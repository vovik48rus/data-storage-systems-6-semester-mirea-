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7" r:id="rId1"/>
  </p:sldMasterIdLst>
  <p:notesMasterIdLst>
    <p:notesMasterId r:id="rId10"/>
  </p:notesMasterIdLst>
  <p:handoutMasterIdLst>
    <p:handoutMasterId r:id="rId11"/>
  </p:handoutMasterIdLst>
  <p:sldIdLst>
    <p:sldId id="7660" r:id="rId2"/>
    <p:sldId id="7670" r:id="rId3"/>
    <p:sldId id="7674" r:id="rId4"/>
    <p:sldId id="7671" r:id="rId5"/>
    <p:sldId id="7675" r:id="rId6"/>
    <p:sldId id="7672" r:id="rId7"/>
    <p:sldId id="7676" r:id="rId8"/>
    <p:sldId id="7677" r:id="rId9"/>
  </p:sldIdLst>
  <p:sldSz cx="12192000" cy="6858000"/>
  <p:notesSz cx="6858000" cy="9144000"/>
  <p:custDataLst>
    <p:tags r:id="rId1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6397"/>
    <a:srgbClr val="706F6F"/>
    <a:srgbClr val="B24C33"/>
    <a:srgbClr val="E9B622"/>
    <a:srgbClr val="712073"/>
    <a:srgbClr val="006D81"/>
    <a:srgbClr val="EA7125"/>
    <a:srgbClr val="3D378D"/>
    <a:srgbClr val="007E40"/>
    <a:srgbClr val="ED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35" autoAdjust="0"/>
  </p:normalViewPr>
  <p:slideViewPr>
    <p:cSldViewPr snapToGrid="0">
      <p:cViewPr varScale="1">
        <p:scale>
          <a:sx n="88" d="100"/>
          <a:sy n="88" d="100"/>
        </p:scale>
        <p:origin x="-856" y="-120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162" y="90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76A335-CE86-7ED6-889D-53C24E470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C012AE-C7DD-E3CE-3D45-392B3B4E6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Arial" panose="020B0604020202020204" pitchFamily="34" charset="0"/>
              </a:rPr>
              <a:t>25.05.2026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83633C-E4E3-D67A-FA0A-86B47BBB85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A13D7-DA5D-A715-E3E0-0777B3084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937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FBE26D7A-F5EB-4C23-8032-E31C77D84C5A}" type="datetimeFigureOut">
              <a:rPr lang="ru-RU" smtClean="0"/>
              <a:pPr/>
              <a:t>25.05.2026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23B3B5DC-1A24-4803-AA36-26180B22D0F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7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83" imgH="384" progId="TCLayout.ActiveDocument.1">
                  <p:embed/>
                </p:oleObj>
              </mc:Choice>
              <mc:Fallback>
                <p:oleObj name="Слайд think-cell" r:id="rId3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542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 подразделений и основного бре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83" imgH="384" progId="TCLayout.ActiveDocument.1">
                  <p:embed/>
                </p:oleObj>
              </mc:Choice>
              <mc:Fallback>
                <p:oleObj name="Слайд think-cell" r:id="rId3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Корпоративные цвета РТУ МИРЭА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A599881-7B1B-7BE3-92C6-DCB12C93001E}"/>
              </a:ext>
            </a:extLst>
          </p:cNvPr>
          <p:cNvSpPr/>
          <p:nvPr userDrawn="1"/>
        </p:nvSpPr>
        <p:spPr>
          <a:xfrm rot="10800000">
            <a:off x="10185451" y="1903621"/>
            <a:ext cx="1656000" cy="360000"/>
          </a:xfrm>
          <a:prstGeom prst="roundRect">
            <a:avLst/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C174C9A6-F0CB-8195-40DA-85B26D374191}"/>
              </a:ext>
            </a:extLst>
          </p:cNvPr>
          <p:cNvSpPr/>
          <p:nvPr userDrawn="1"/>
        </p:nvSpPr>
        <p:spPr>
          <a:xfrm>
            <a:off x="10201038" y="2471500"/>
            <a:ext cx="1656000" cy="360000"/>
          </a:xfrm>
          <a:prstGeom prst="roundRect">
            <a:avLst/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EF9B523-A342-C9D6-0B7D-0FB32907C07D}"/>
              </a:ext>
            </a:extLst>
          </p:cNvPr>
          <p:cNvSpPr/>
          <p:nvPr userDrawn="1"/>
        </p:nvSpPr>
        <p:spPr>
          <a:xfrm rot="10800000">
            <a:off x="7973503" y="3480819"/>
            <a:ext cx="1656000" cy="360000"/>
          </a:xfrm>
          <a:prstGeom prst="roundRect">
            <a:avLst/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65F07C8-1AF6-944C-0970-F58BE61603B9}"/>
              </a:ext>
            </a:extLst>
          </p:cNvPr>
          <p:cNvSpPr/>
          <p:nvPr userDrawn="1"/>
        </p:nvSpPr>
        <p:spPr>
          <a:xfrm>
            <a:off x="7992734" y="4083057"/>
            <a:ext cx="1656000" cy="360000"/>
          </a:xfrm>
          <a:prstGeom prst="roundRect">
            <a:avLst/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7E7036D-4DCC-E745-C958-65598852F7CE}"/>
              </a:ext>
            </a:extLst>
          </p:cNvPr>
          <p:cNvSpPr/>
          <p:nvPr userDrawn="1"/>
        </p:nvSpPr>
        <p:spPr>
          <a:xfrm rot="10800000">
            <a:off x="5761555" y="1903621"/>
            <a:ext cx="1656000" cy="360000"/>
          </a:xfrm>
          <a:prstGeom prst="roundRect">
            <a:avLst/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980C395-EEBC-DE10-C9D6-6AE5F00B28D8}"/>
              </a:ext>
            </a:extLst>
          </p:cNvPr>
          <p:cNvSpPr/>
          <p:nvPr userDrawn="1"/>
        </p:nvSpPr>
        <p:spPr>
          <a:xfrm>
            <a:off x="5761555" y="2452513"/>
            <a:ext cx="1656000" cy="360000"/>
          </a:xfrm>
          <a:prstGeom prst="roundRect">
            <a:avLst/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C458CC4-1BA9-D708-6870-28A91EB5AEC9}"/>
              </a:ext>
            </a:extLst>
          </p:cNvPr>
          <p:cNvSpPr/>
          <p:nvPr userDrawn="1"/>
        </p:nvSpPr>
        <p:spPr>
          <a:xfrm rot="10800000">
            <a:off x="7973503" y="1903621"/>
            <a:ext cx="1656000" cy="360000"/>
          </a:xfrm>
          <a:prstGeom prst="roundRect">
            <a:avLst/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E167F27-A5DB-05C5-B396-F7D2809DEEED}"/>
              </a:ext>
            </a:extLst>
          </p:cNvPr>
          <p:cNvSpPr/>
          <p:nvPr userDrawn="1"/>
        </p:nvSpPr>
        <p:spPr>
          <a:xfrm>
            <a:off x="7973503" y="2480463"/>
            <a:ext cx="1656000" cy="360000"/>
          </a:xfrm>
          <a:prstGeom prst="roundRect">
            <a:avLst/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C31CD98-78A7-38FF-E625-0460E46AE9D2}"/>
              </a:ext>
            </a:extLst>
          </p:cNvPr>
          <p:cNvSpPr/>
          <p:nvPr userDrawn="1"/>
        </p:nvSpPr>
        <p:spPr>
          <a:xfrm rot="10800000">
            <a:off x="3549609" y="3480819"/>
            <a:ext cx="1656000" cy="360000"/>
          </a:xfrm>
          <a:prstGeom prst="roundRect">
            <a:avLst/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B5184846-3C4C-10E2-685A-5BB9D82EF206}"/>
              </a:ext>
            </a:extLst>
          </p:cNvPr>
          <p:cNvSpPr/>
          <p:nvPr userDrawn="1"/>
        </p:nvSpPr>
        <p:spPr>
          <a:xfrm>
            <a:off x="3549608" y="4083057"/>
            <a:ext cx="1656000" cy="360000"/>
          </a:xfrm>
          <a:prstGeom prst="roundRect">
            <a:avLst/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6EADCE3-A4DD-907F-962B-6CE863C5028E}"/>
              </a:ext>
            </a:extLst>
          </p:cNvPr>
          <p:cNvSpPr/>
          <p:nvPr userDrawn="1"/>
        </p:nvSpPr>
        <p:spPr>
          <a:xfrm rot="10800000">
            <a:off x="5761555" y="3480819"/>
            <a:ext cx="1656000" cy="360000"/>
          </a:xfrm>
          <a:prstGeom prst="roundRect">
            <a:avLst/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2004D665-0C3B-B4CF-86D5-4E3BFB64796C}"/>
              </a:ext>
            </a:extLst>
          </p:cNvPr>
          <p:cNvSpPr/>
          <p:nvPr userDrawn="1"/>
        </p:nvSpPr>
        <p:spPr>
          <a:xfrm>
            <a:off x="5784430" y="4083057"/>
            <a:ext cx="1656000" cy="360000"/>
          </a:xfrm>
          <a:prstGeom prst="roundRect">
            <a:avLst/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1319ABE-3747-DE22-52E5-DD830BC23EF3}"/>
              </a:ext>
            </a:extLst>
          </p:cNvPr>
          <p:cNvSpPr/>
          <p:nvPr userDrawn="1"/>
        </p:nvSpPr>
        <p:spPr>
          <a:xfrm rot="10800000">
            <a:off x="6914701" y="5381153"/>
            <a:ext cx="1656000" cy="360000"/>
          </a:xfrm>
          <a:prstGeom prst="roundRect">
            <a:avLst/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1C6F055-9EA7-1E9F-029D-6C907AD668C0}"/>
              </a:ext>
            </a:extLst>
          </p:cNvPr>
          <p:cNvSpPr/>
          <p:nvPr userDrawn="1"/>
        </p:nvSpPr>
        <p:spPr>
          <a:xfrm>
            <a:off x="6906718" y="5957884"/>
            <a:ext cx="1656000" cy="360000"/>
          </a:xfrm>
          <a:prstGeom prst="roundRect">
            <a:avLst/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2C951E9-82B6-5E97-9039-F2E91F904C75}"/>
              </a:ext>
            </a:extLst>
          </p:cNvPr>
          <p:cNvSpPr/>
          <p:nvPr userDrawn="1"/>
        </p:nvSpPr>
        <p:spPr>
          <a:xfrm rot="10800000">
            <a:off x="10185450" y="3480820"/>
            <a:ext cx="1656000" cy="360000"/>
          </a:xfrm>
          <a:prstGeom prst="roundRect">
            <a:avLst/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12F910DE-6543-6278-E820-C61F28C5FDD9}"/>
              </a:ext>
            </a:extLst>
          </p:cNvPr>
          <p:cNvSpPr/>
          <p:nvPr userDrawn="1"/>
        </p:nvSpPr>
        <p:spPr>
          <a:xfrm>
            <a:off x="10201038" y="4083057"/>
            <a:ext cx="1656000" cy="360000"/>
          </a:xfrm>
          <a:prstGeom prst="roundRect">
            <a:avLst/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3613BB3-93E6-D428-FB26-5D0C707492E1}"/>
              </a:ext>
            </a:extLst>
          </p:cNvPr>
          <p:cNvSpPr/>
          <p:nvPr userDrawn="1"/>
        </p:nvSpPr>
        <p:spPr>
          <a:xfrm rot="10800000">
            <a:off x="3549609" y="5403126"/>
            <a:ext cx="1656000" cy="360000"/>
          </a:xfrm>
          <a:prstGeom prst="roundRect">
            <a:avLst/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4700482B-3EFD-81C7-01E5-C879E75041ED}"/>
              </a:ext>
            </a:extLst>
          </p:cNvPr>
          <p:cNvSpPr/>
          <p:nvPr userDrawn="1"/>
        </p:nvSpPr>
        <p:spPr>
          <a:xfrm>
            <a:off x="3549608" y="5970069"/>
            <a:ext cx="1656000" cy="360000"/>
          </a:xfrm>
          <a:prstGeom prst="roundRect">
            <a:avLst/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A52149C9-5312-7D3F-5920-0E7ED4636146}"/>
              </a:ext>
            </a:extLst>
          </p:cNvPr>
          <p:cNvSpPr/>
          <p:nvPr userDrawn="1"/>
        </p:nvSpPr>
        <p:spPr>
          <a:xfrm rot="10800000">
            <a:off x="3549608" y="1903621"/>
            <a:ext cx="1656000" cy="360000"/>
          </a:xfrm>
          <a:prstGeom prst="roundRect">
            <a:avLst/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DBDFE6B-F175-95CD-CD67-E297EE5F6D7C}"/>
              </a:ext>
            </a:extLst>
          </p:cNvPr>
          <p:cNvSpPr/>
          <p:nvPr userDrawn="1"/>
        </p:nvSpPr>
        <p:spPr>
          <a:xfrm>
            <a:off x="3549608" y="2458720"/>
            <a:ext cx="1656000" cy="360000"/>
          </a:xfrm>
          <a:prstGeom prst="roundRect">
            <a:avLst/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615E323-4963-B382-5BA6-278DB0D18E39}"/>
              </a:ext>
            </a:extLst>
          </p:cNvPr>
          <p:cNvSpPr/>
          <p:nvPr userDrawn="1"/>
        </p:nvSpPr>
        <p:spPr>
          <a:xfrm rot="10800000">
            <a:off x="342961" y="2618791"/>
            <a:ext cx="1656000" cy="360000"/>
          </a:xfrm>
          <a:prstGeom prst="roundRect">
            <a:avLst/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6C55200-2940-FE6C-6082-6C0DA191FB55}"/>
              </a:ext>
            </a:extLst>
          </p:cNvPr>
          <p:cNvSpPr/>
          <p:nvPr userDrawn="1"/>
        </p:nvSpPr>
        <p:spPr>
          <a:xfrm rot="10800000">
            <a:off x="342960" y="3272660"/>
            <a:ext cx="1656000" cy="360000"/>
          </a:xfrm>
          <a:prstGeom prst="roundRect">
            <a:avLst/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61D9E40-2F22-CA1B-9DA0-ABAA50C09B22}"/>
              </a:ext>
            </a:extLst>
          </p:cNvPr>
          <p:cNvSpPr/>
          <p:nvPr userDrawn="1"/>
        </p:nvSpPr>
        <p:spPr>
          <a:xfrm rot="10800000">
            <a:off x="342961" y="1903621"/>
            <a:ext cx="1656000" cy="360000"/>
          </a:xfrm>
          <a:prstGeom prst="roundRect">
            <a:avLst/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B66DB9C5-6744-BD01-FED0-E5961ED04850}"/>
              </a:ext>
            </a:extLst>
          </p:cNvPr>
          <p:cNvSpPr/>
          <p:nvPr userDrawn="1"/>
        </p:nvSpPr>
        <p:spPr>
          <a:xfrm>
            <a:off x="342960" y="3836551"/>
            <a:ext cx="1656000" cy="360000"/>
          </a:xfrm>
          <a:prstGeom prst="roundRect">
            <a:avLst/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2CE1FB-8897-2527-ECE5-A7656E7A0CE2}"/>
              </a:ext>
            </a:extLst>
          </p:cNvPr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Основной цвет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6435BD-D947-BA1A-DD4C-C1144E2859BE}"/>
              </a:ext>
            </a:extLst>
          </p:cNvPr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Дополнительный цвет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3FE83-E358-CDDE-1280-BAAF186D9FA2}"/>
              </a:ext>
            </a:extLst>
          </p:cNvPr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университета</a:t>
            </a:r>
            <a:br>
              <a:rPr lang="ru-RU" sz="2400" baseline="30000" dirty="0">
                <a:latin typeface="Arial" panose="020B0604020202020204" pitchFamily="34" charset="0"/>
              </a:rPr>
            </a:br>
            <a:r>
              <a:rPr lang="ru-RU" sz="2400" baseline="30000" dirty="0">
                <a:latin typeface="Arial" panose="020B0604020202020204" pitchFamily="34" charset="0"/>
              </a:rPr>
              <a:t>и филиалов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EDA5C5-6467-F003-8DE6-9D19495404A4}"/>
              </a:ext>
            </a:extLst>
          </p:cNvPr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Градиент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A4C1E5-48E1-545D-10D0-2CBF2A3DD591}"/>
              </a:ext>
            </a:extLst>
          </p:cNvPr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институтов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ADAE1C-FC13-4356-BDF2-6799802F2290}"/>
              </a:ext>
            </a:extLst>
          </p:cNvPr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колледжа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4FAC9E-4AE4-50CA-3C58-AD0A4110B1DA}"/>
              </a:ext>
            </a:extLst>
          </p:cNvPr>
          <p:cNvSpPr txBox="1"/>
          <p:nvPr userDrawn="1"/>
        </p:nvSpPr>
        <p:spPr bwMode="auto">
          <a:xfrm>
            <a:off x="6912299" y="5108115"/>
            <a:ext cx="5089201" cy="2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Института международного образования</a:t>
            </a:r>
          </a:p>
          <a:p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E3991-47D3-29E0-9B48-1DAE42874D44}"/>
              </a:ext>
            </a:extLst>
          </p:cNvPr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ИИИ</a:t>
            </a: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9B09FC6A-9CA6-14B2-92DC-7962B4EC309D}"/>
              </a:ext>
            </a:extLst>
          </p:cNvPr>
          <p:cNvGrpSpPr/>
          <p:nvPr userDrawn="1"/>
        </p:nvGrpSpPr>
        <p:grpSpPr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B884CB1-0C58-4D80-1B4C-04588BD5A3C5}"/>
                </a:ext>
              </a:extLst>
            </p:cNvPr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84930E4-2E53-088C-41F8-D16034F1E160}"/>
                </a:ext>
              </a:extLst>
            </p:cNvPr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CC790D6-618F-DB1D-F8FB-36E5A2A2A0C0}"/>
              </a:ext>
            </a:extLst>
          </p:cNvPr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Чтобы взять необходимый цвет на слайд, воспользуйтесь инструментом «Пипетка»</a:t>
            </a:r>
          </a:p>
        </p:txBody>
      </p: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E473D2E9-0F0D-F3C1-995D-FBBF9F062F28}"/>
              </a:ext>
            </a:extLst>
          </p:cNvPr>
          <p:cNvGrpSpPr/>
          <p:nvPr userDrawn="1"/>
        </p:nvGrpSpPr>
        <p:grpSpPr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6C9D72B-5EE4-E72F-E168-D2514BDC48AC}"/>
                </a:ext>
              </a:extLst>
            </p:cNvPr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ИТХТ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A9B65F0-0A6B-4E19-FE8D-37010035E84C}"/>
                </a:ext>
              </a:extLst>
            </p:cNvPr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B186A5B-4359-EF50-5EA3-D64C7261D962}"/>
                </a:ext>
              </a:extLst>
            </p:cNvPr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38D8488D-8ACB-B4D2-428A-C20180247A52}"/>
              </a:ext>
            </a:extLst>
          </p:cNvPr>
          <p:cNvGrpSpPr/>
          <p:nvPr userDrawn="1"/>
        </p:nvGrpSpPr>
        <p:grpSpPr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896CFC6-F7F1-EBDE-B816-46442E2587C1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ИРИ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06D54A-364F-ABBE-84C8-313659CAAA75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118C85C-D9B9-87EC-4BC0-1C0FDC5368A4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2910DBF-6C25-52F9-B9EA-A9F7F681362F}"/>
              </a:ext>
            </a:extLst>
          </p:cNvPr>
          <p:cNvGrpSpPr/>
          <p:nvPr userDrawn="1"/>
        </p:nvGrpSpPr>
        <p:grpSpPr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E77DC5-3C7B-0426-35BC-E9C71AA48B12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ИИТ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01DAAF3-C748-A17D-B659-58234ED8B2E7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BEC2966-FD22-86CD-66DA-EF6223AE6123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04FD5268-488D-6946-D7C0-AF9FD8030DCF}"/>
              </a:ext>
            </a:extLst>
          </p:cNvPr>
          <p:cNvGrpSpPr/>
          <p:nvPr userDrawn="1"/>
        </p:nvGrpSpPr>
        <p:grpSpPr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3075B2-DF63-5B98-7FFA-60E2F665EC3B}"/>
                </a:ext>
              </a:extLst>
            </p:cNvPr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ИКБ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951C4D5-A80C-B288-8D1A-D1B1C7E58AB4}"/>
                </a:ext>
              </a:extLst>
            </p:cNvPr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F23C907-BF09-91F5-A3A1-7EDE3D7C5E5B}"/>
                </a:ext>
              </a:extLst>
            </p:cNvPr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60586AA2-8A1A-A8C4-0117-98F7E43D16B8}"/>
              </a:ext>
            </a:extLst>
          </p:cNvPr>
          <p:cNvGrpSpPr/>
          <p:nvPr userDrawn="1"/>
        </p:nvGrpSpPr>
        <p:grpSpPr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C137FA2-CE0C-F31C-1B27-0F490F200B49}"/>
                </a:ext>
              </a:extLst>
            </p:cNvPr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ИТУ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4F3AC6B-F15E-28CF-C186-CDC3FA329249}"/>
                </a:ext>
              </a:extLst>
            </p:cNvPr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1EE4CB2-9FE0-A128-4789-CB4879F64E77}"/>
                </a:ext>
              </a:extLst>
            </p:cNvPr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B30C8409-B562-203F-974C-71E9FCD222ED}"/>
              </a:ext>
            </a:extLst>
          </p:cNvPr>
          <p:cNvGrpSpPr/>
          <p:nvPr userDrawn="1"/>
        </p:nvGrpSpPr>
        <p:grpSpPr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538F584-919F-A539-1A91-88D508BDB14F}"/>
                </a:ext>
              </a:extLst>
            </p:cNvPr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ИПТИП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06434A-E8F0-1726-C8A2-DDD43FC43014}"/>
                </a:ext>
              </a:extLst>
            </p:cNvPr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DCE93B8-0A50-BC58-75FA-D0ECB9A38EDA}"/>
                </a:ext>
              </a:extLst>
            </p:cNvPr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16BB9014-AD94-E7AB-7475-4DAB00CFDE54}"/>
              </a:ext>
            </a:extLst>
          </p:cNvPr>
          <p:cNvGrpSpPr/>
          <p:nvPr userDrawn="1"/>
        </p:nvGrpSpPr>
        <p:grpSpPr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42CF7F2-B0D8-4478-59CD-6B6DA04C229C}"/>
                </a:ext>
              </a:extLst>
            </p:cNvPr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ПИШ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DB3592E-A3D8-48F5-B38E-8E8C9DA29B8A}"/>
                </a:ext>
              </a:extLst>
            </p:cNvPr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4E4CCD2-9641-9093-B158-D6D77B28C1EC}"/>
                </a:ext>
              </a:extLst>
            </p:cNvPr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273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0291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несколькими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1" name="Рисунок 31">
            <a:extLst>
              <a:ext uri="{FF2B5EF4-FFF2-40B4-BE49-F238E27FC236}">
                <a16:creationId xmlns:a16="http://schemas.microsoft.com/office/drawing/2014/main" id="{09B8CC64-1014-AA5D-B170-6179904D8B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Рисунок 31">
            <a:extLst>
              <a:ext uri="{FF2B5EF4-FFF2-40B4-BE49-F238E27FC236}">
                <a16:creationId xmlns:a16="http://schemas.microsoft.com/office/drawing/2014/main" id="{9B5CBFD1-417E-633A-263C-DC1B901FD8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4EC16751-3192-3D51-DE20-8F8624B78E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Рисунок 31">
            <a:extLst>
              <a:ext uri="{FF2B5EF4-FFF2-40B4-BE49-F238E27FC236}">
                <a16:creationId xmlns:a16="http://schemas.microsoft.com/office/drawing/2014/main" id="{26C0FBA2-A76F-CACA-8B8E-247E6623D8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8" name="Рисунок 31">
            <a:extLst>
              <a:ext uri="{FF2B5EF4-FFF2-40B4-BE49-F238E27FC236}">
                <a16:creationId xmlns:a16="http://schemas.microsoft.com/office/drawing/2014/main" id="{1614C6F1-ACAB-BC72-081B-71DF21A26C0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 в три или четыре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228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диаграмм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3" name="Диаграмма 32">
            <a:extLst>
              <a:ext uri="{FF2B5EF4-FFF2-40B4-BE49-F238E27FC236}">
                <a16:creationId xmlns:a16="http://schemas.microsoft.com/office/drawing/2014/main" id="{3193D7FF-F936-1513-611D-92D0000E559B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2" name="Текст 42">
            <a:extLst>
              <a:ext uri="{FF2B5EF4-FFF2-40B4-BE49-F238E27FC236}">
                <a16:creationId xmlns:a16="http://schemas.microsoft.com/office/drawing/2014/main" id="{7C7995B2-4158-D9C5-5EBA-490974A8F7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4" name="Диаграмма 32">
            <a:extLst>
              <a:ext uri="{FF2B5EF4-FFF2-40B4-BE49-F238E27FC236}">
                <a16:creationId xmlns:a16="http://schemas.microsoft.com/office/drawing/2014/main" id="{454AFEB0-C523-E0AC-19B8-8F2C4B3F54C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Текст 42">
            <a:extLst>
              <a:ext uri="{FF2B5EF4-FFF2-40B4-BE49-F238E27FC236}">
                <a16:creationId xmlns:a16="http://schemas.microsoft.com/office/drawing/2014/main" id="{8266E8BD-A19C-75D1-14C7-3CFD736284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6" name="Диаграмма 32">
            <a:extLst>
              <a:ext uri="{FF2B5EF4-FFF2-40B4-BE49-F238E27FC236}">
                <a16:creationId xmlns:a16="http://schemas.microsoft.com/office/drawing/2014/main" id="{1E973EA5-C3F0-C6AE-0E37-91D78893257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8745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8CEC27A-EEA0-74F3-23B3-E404CDDEE8BF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9F546DF0-EDA6-05A6-95BD-D8D7F2DDC7AE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49EDD336-8378-E8CD-49EA-E3DB8DCA413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F77ABE57-59E9-4ECE-EFDA-D7D45955B0F2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C8BD4189-914F-279F-3C8C-B61A0FE04619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3C3FF6E-3A63-D808-387C-4130E2EC5E1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568416AB-42B1-23AA-100D-B16B9FF7468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C8FAA632-A5BF-9BA4-6953-D236BB03012A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40CBAEA-1AB8-0F95-C9F1-EBA55C3DD67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C1DE90E1-0C7B-2889-A70D-E8516FDC1DB4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BA189F46-2001-F898-0C9F-902955DADEB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61081FB-6127-D9AB-F33F-B6CE6163C5D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0E56207-0C82-5E68-66EF-061AD41A97D7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8AD7DBF2-4573-470A-2705-84057912C9DA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2B968E0A-071C-AA16-53A1-5F1FB2F2D309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A89517BF-06CE-8DAD-8218-4B2311DB506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6AFB0E0-F5E7-9579-D5C2-37584750B81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5E015F1-E143-5885-6FE9-E59F78239EA2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70DC295-C7F9-9A4B-4295-CFF84157352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EE27FDB9-E915-3F14-D915-8287D229241D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3648C736-BB15-2976-5590-62A0F4A8465E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048E1BFE-0567-CAC9-0535-0244F2E94232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0988078F-A5F0-3104-464F-6C40B9AC63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</p:spTree>
    <p:extLst>
      <p:ext uri="{BB962C8B-B14F-4D97-AF65-F5344CB8AC3E}">
        <p14:creationId xmlns:p14="http://schemas.microsoft.com/office/powerpoint/2010/main" val="3270341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езю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608147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83" imgH="384" progId="TCLayout.ActiveDocument.1">
                  <p:embed/>
                </p:oleObj>
              </mc:Choice>
              <mc:Fallback>
                <p:oleObj name="Слайд think-cell" r:id="rId3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9438074-C611-405F-9765-A715E1D9BD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D24BF82-CB67-4FDB-8EB0-B1ED798666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F4152DF-F7F9-4E67-334B-B3B846CB95AA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B22661F-66FE-4E11-3CBE-FED084C1E6C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7A2C1BA-EC04-E5EF-AC26-3B86C40D308E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0B0A5C3-FB4B-F9E6-16F5-9C9294BBBE1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559D51AE-A6F4-7648-728B-5AC155931ADB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31B33E03-B236-FD4A-19F1-47E7C6ED890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8BCA047B-0363-DEC0-FC22-62080FDBC90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EC409C74-CCB7-0DFB-1D1C-67356BB6FD21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A8879918-6E49-CF6C-6FBE-F3A6F89E6B53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E919964-F81D-0245-F92B-8B6D734141A9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0377AE0-5D26-6C98-70E3-97A4A07A5DE7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19761D9C-307A-F526-761D-6D256EFDB50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3AF3A38C-F9BF-C464-96FB-5DCD6570E72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BF0D22A-FFBF-50AD-F327-4FE88B049FA6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3D5E6C60-CF32-09DD-41B6-8DF1A4A30F3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0BD67A90-CB83-0736-8A83-ADAC3EAB8DD8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8A65672-3C40-752E-CEA4-19105EE4A4CE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146DB99E-E2C1-72A5-E5F9-A86F0C01B47B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2AC1144A-CF19-5B10-BA6E-8BF6B32C032E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F1A6BD1D-FC27-14C3-6AC3-CBDC17DC0CE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EB6AC86F-6DE8-45ED-F40A-55071BD9D70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43E8C9ED-02EC-54CC-BF0D-E77C83826B36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72E81DBA-E6D7-12B6-6323-E5D43EEBBF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BABD068-F9E2-A7FA-EE87-062307EA7E0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8811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Фрязи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792BC4-E3AF-1BF7-D84E-4CD12FDE83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081227">
            <a:off x="8502882" y="3391156"/>
            <a:ext cx="4641366" cy="464394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F1BB96-1318-75DA-6B46-52BEB6BBE77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B8F661-5A91-0753-01DA-658F5E43C2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2C0BE0-A349-5D51-A09E-68A846B73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65EEBC62-4664-9B12-6070-EA2FAB505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235597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 userDrawn="1">
          <p15:clr>
            <a:srgbClr val="FBAE40"/>
          </p15:clr>
        </p15:guide>
        <p15:guide id="2" pos="461">
          <p15:clr>
            <a:srgbClr val="FBAE40"/>
          </p15:clr>
        </p15:guide>
        <p15:guide id="3" pos="150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1BDE66-80EF-BB2F-983E-69F2D5625EE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B44C4084-F0C8-D52C-F4F0-E13DA0371F6E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8165082-B402-FBF1-8493-E760EB9C13B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0F32C4C-75B5-D2AE-B652-1BFEC616D7F8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549036A-B5C8-576D-14E3-8F25CCC13944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92C181B-7B5F-C143-24C5-89C4470B4AE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7837172">
            <a:off x="1128220" y="896378"/>
            <a:ext cx="3912558" cy="3912558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791E554D-FDCF-8577-4AEF-6A000D5D31D1}"/>
              </a:ext>
            </a:extLst>
          </p:cNvPr>
          <p:cNvSpPr txBox="1">
            <a:spLocks/>
          </p:cNvSpPr>
          <p:nvPr userDrawn="1"/>
        </p:nvSpPr>
        <p:spPr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7E4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искусственного интеллекта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2CB76-5D6E-7C52-8D2B-AD4DD69A22C9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7E40"/>
          </a:solidFill>
        </p:grpSpPr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A53C8616-3388-F9A4-59CF-D64B988506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E9B88BBA-BB00-027D-4BFA-C7D57C517AA6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6C60E55D-E802-7E14-7E4A-FCFA9A8B7D01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E9B5F3CD-1D3E-8367-9C6F-408D8A42A4BA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427E8508-7BF4-1C0D-1594-E1213924EA58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F6173027-0C90-89F3-6583-04BA9DB507B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147AF6CD-0CE0-00DC-9335-C9AC633F36A2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FC9353DF-FD72-A5CE-0272-6971D633774B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83BDF219-1997-F366-5101-3A2FC9E10F7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4" name="Рисунок 56">
              <a:extLst>
                <a:ext uri="{FF2B5EF4-FFF2-40B4-BE49-F238E27FC236}">
                  <a16:creationId xmlns:a16="http://schemas.microsoft.com/office/drawing/2014/main" id="{8224236B-CE42-46B1-4BC9-008468DAA402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15111378-4F42-10A5-30F1-831EFABDA013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146F8166-C40A-D008-1F68-0A66C996B575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>
              <a:extLst>
                <a:ext uri="{FF2B5EF4-FFF2-40B4-BE49-F238E27FC236}">
                  <a16:creationId xmlns:a16="http://schemas.microsoft.com/office/drawing/2014/main" id="{92F09A73-1CF3-2D19-1AA3-97A80EBD37C9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434B2E6A-3B25-AAC5-90D7-787F31A4E4C0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072A843A-DCB3-68C2-5F1E-8DA68C49837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>
              <a:extLst>
                <a:ext uri="{FF2B5EF4-FFF2-40B4-BE49-F238E27FC236}">
                  <a16:creationId xmlns:a16="http://schemas.microsoft.com/office/drawing/2014/main" id="{54BB8955-A786-32D0-6688-50CF4ED4B05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D8613C4D-7F52-6AD3-CC84-844CE0C5786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B6A5D7DE-31DD-7214-FF0E-5099F67C707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>
              <a:extLst>
                <a:ext uri="{FF2B5EF4-FFF2-40B4-BE49-F238E27FC236}">
                  <a16:creationId xmlns:a16="http://schemas.microsoft.com/office/drawing/2014/main" id="{A1D0437D-BAF4-6C33-E449-31A29EA1DEE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E26D800-655E-0122-61F3-AB2E58E19C24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3BCFBE5A-1A1B-C738-66C9-8849B1CDDB2A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>
            <a:extLst>
              <a:ext uri="{FF2B5EF4-FFF2-40B4-BE49-F238E27FC236}">
                <a16:creationId xmlns:a16="http://schemas.microsoft.com/office/drawing/2014/main" id="{B2C82360-7244-3598-1BC2-AAAA042F1FFC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D42AC-7F45-9FE7-F893-2D0CB5BB9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7E4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4134C208-9BD0-4A1C-04FD-5113CB868D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707791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74A03A41-5C22-C67D-7662-32524FB8C9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1D08960C-7ECC-7C65-3DB9-248004A053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5A8708A-4278-6688-44C8-7CFF73E319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54E3E576-D9D3-C263-7E7E-0F570DFD711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FA44A7-EA6F-2DF3-6F00-E714B70BD2D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DE1C20-8CBA-D2E2-FCCD-E5808EDC623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18FEF8-02B9-FE36-05F3-AA9DFAA07617}"/>
              </a:ext>
            </a:extLst>
          </p:cNvPr>
          <p:cNvSpPr txBox="1">
            <a:spLocks/>
          </p:cNvSpPr>
          <p:nvPr userDrawn="1"/>
        </p:nvSpPr>
        <p:spPr>
          <a:xfrm>
            <a:off x="2402922" y="167207"/>
            <a:ext cx="4926206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тонких химических технологий имени М.В. Ломоносова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BEA9458-545F-C100-B29D-EA37795BB314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ED7A6B79-6FB7-39CD-1E8B-F43D65C2B80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6FFB5EE1-1FD2-A466-BA08-24322F8AEDA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>
              <a:extLst>
                <a:ext uri="{FF2B5EF4-FFF2-40B4-BE49-F238E27FC236}">
                  <a16:creationId xmlns:a16="http://schemas.microsoft.com/office/drawing/2014/main" id="{5EF45080-5792-C733-0E6D-22D32396647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6A13F781-3079-E2B4-B647-3E7F79288EC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27B4BE9E-4E38-4B77-6985-25E968389EA6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F4946AAB-3A9A-F3A2-F306-5AE395E0E23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FA87635-F344-F97E-1AE9-001A4783F668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7ED5D63-8D5D-EE30-4CEE-C1A3A0B493C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3923D477-A957-BC08-B9DC-B3E4011D787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88B063DB-A435-ED8B-09B4-648FB023F5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CF4A9E60-25CE-9D23-8578-373A3AFDCAA9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441E365D-C30E-4749-B759-DC685CEB4D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05C065B7-7E2E-EA4D-D899-9B2B01E008E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FFE6A5C0-7041-EAC3-97A3-F3505AA9F52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DCA54F5F-AEB1-2619-CC23-40AA08E55DBD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3E43326D-3072-0118-5706-2DDCD70D9561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4BD38525-29D9-BE49-BB3A-216CABA27063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57EFDC7-C017-9E8A-D4D8-EB1687917F2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B48AFFED-E8A2-0547-760A-E3E47F06A5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3E1AC401-B34D-7489-3561-FFA895994D97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FB330E4A-C62F-2D88-F70E-DB32B0D0051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>
            <a:extLst>
              <a:ext uri="{FF2B5EF4-FFF2-40B4-BE49-F238E27FC236}">
                <a16:creationId xmlns:a16="http://schemas.microsoft.com/office/drawing/2014/main" id="{25C8BB14-4584-5F05-A560-8E9A954A1157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F6E27-8F15-133E-88C3-830C531571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6397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4E3B7FF7-60FF-4B71-3786-AE3168659F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3999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 ИИ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8F368DB-69E3-EF1A-B075-875750E123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DE93CCA-4D22-9432-327A-B4D6DC618D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C97F2E05-D693-CAB9-675D-B196221EB58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55" name="Полилиния: фигура 54">
            <a:extLst>
              <a:ext uri="{FF2B5EF4-FFF2-40B4-BE49-F238E27FC236}">
                <a16:creationId xmlns:a16="http://schemas.microsoft.com/office/drawing/2014/main" id="{ADA4CBDF-403A-9D86-B1FA-C352F47C361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CEF9FC1-CC17-73A3-2551-AAB9C2727FBB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9EA31181-B062-2386-FE02-4ABA628C39B3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9CB8167C-3712-978F-0DC6-EC42333C3ED5}"/>
              </a:ext>
            </a:extLst>
          </p:cNvPr>
          <p:cNvSpPr txBox="1">
            <a:spLocks/>
          </p:cNvSpPr>
          <p:nvPr userDrawn="1"/>
        </p:nvSpPr>
        <p:spPr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06F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информационных технологий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97BF43F7-3693-D2AF-7932-750E05198916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06F6F"/>
          </a:solidFill>
        </p:grpSpPr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B8E7F42D-1AC1-BF41-2957-904F8B8369F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9C48F91F-F819-816F-A1E7-BA75D4CCE6F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4" name="Рисунок 56">
              <a:extLst>
                <a:ext uri="{FF2B5EF4-FFF2-40B4-BE49-F238E27FC236}">
                  <a16:creationId xmlns:a16="http://schemas.microsoft.com/office/drawing/2014/main" id="{3033F049-0132-9C56-76AA-DCDE199EB5D0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>
                <a:extLst>
                  <a:ext uri="{FF2B5EF4-FFF2-40B4-BE49-F238E27FC236}">
                    <a16:creationId xmlns:a16="http://schemas.microsoft.com/office/drawing/2014/main" id="{53EB3BED-5D7B-38CF-6946-E614EC81B880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>
                <a:extLst>
                  <a:ext uri="{FF2B5EF4-FFF2-40B4-BE49-F238E27FC236}">
                    <a16:creationId xmlns:a16="http://schemas.microsoft.com/office/drawing/2014/main" id="{BAA0E85E-3C2D-0B82-5BFD-C7378F5B38DE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>
              <a:extLst>
                <a:ext uri="{FF2B5EF4-FFF2-40B4-BE49-F238E27FC236}">
                  <a16:creationId xmlns:a16="http://schemas.microsoft.com/office/drawing/2014/main" id="{94C532F2-EB92-D49A-37D0-16E179B44E4B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>
                <a:extLst>
                  <a:ext uri="{FF2B5EF4-FFF2-40B4-BE49-F238E27FC236}">
                    <a16:creationId xmlns:a16="http://schemas.microsoft.com/office/drawing/2014/main" id="{F5A4C96F-C67B-4A40-4DEE-1B94FAB0496D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>
                <a:extLst>
                  <a:ext uri="{FF2B5EF4-FFF2-40B4-BE49-F238E27FC236}">
                    <a16:creationId xmlns:a16="http://schemas.microsoft.com/office/drawing/2014/main" id="{DB90A695-BBA5-3141-D31A-5C45C80B36DE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B3131E5A-0D29-C7C5-C68A-66C411740A9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7" name="Рисунок 56">
              <a:extLst>
                <a:ext uri="{FF2B5EF4-FFF2-40B4-BE49-F238E27FC236}">
                  <a16:creationId xmlns:a16="http://schemas.microsoft.com/office/drawing/2014/main" id="{12E6E9C8-315E-9B7D-E1B1-EB9D5F7AD7C3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E70D94EA-E768-6F70-DAAA-48285AEF3A05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F6B99657-23D5-BD8F-400A-80D4557FDFFB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>
              <a:extLst>
                <a:ext uri="{FF2B5EF4-FFF2-40B4-BE49-F238E27FC236}">
                  <a16:creationId xmlns:a16="http://schemas.microsoft.com/office/drawing/2014/main" id="{47D6D06C-06A2-95FA-3390-AE45C62FA070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>
                <a:extLst>
                  <a:ext uri="{FF2B5EF4-FFF2-40B4-BE49-F238E27FC236}">
                    <a16:creationId xmlns:a16="http://schemas.microsoft.com/office/drawing/2014/main" id="{0B86737D-E6C0-6578-336B-08C45678D64B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>
                <a:extLst>
                  <a:ext uri="{FF2B5EF4-FFF2-40B4-BE49-F238E27FC236}">
                    <a16:creationId xmlns:a16="http://schemas.microsoft.com/office/drawing/2014/main" id="{9A26E42F-0D0A-7C8A-7C4B-9D77B8C0A63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>
              <a:extLst>
                <a:ext uri="{FF2B5EF4-FFF2-40B4-BE49-F238E27FC236}">
                  <a16:creationId xmlns:a16="http://schemas.microsoft.com/office/drawing/2014/main" id="{E6EF964B-9A7F-8BFE-4C7D-35D2D8B3BE70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>
                <a:extLst>
                  <a:ext uri="{FF2B5EF4-FFF2-40B4-BE49-F238E27FC236}">
                    <a16:creationId xmlns:a16="http://schemas.microsoft.com/office/drawing/2014/main" id="{9AD2DA96-AA69-636E-6EF5-931956E12440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>
                <a:extLst>
                  <a:ext uri="{FF2B5EF4-FFF2-40B4-BE49-F238E27FC236}">
                    <a16:creationId xmlns:a16="http://schemas.microsoft.com/office/drawing/2014/main" id="{28F878B7-23B5-40E2-4311-5DE3EE44651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>
              <a:extLst>
                <a:ext uri="{FF2B5EF4-FFF2-40B4-BE49-F238E27FC236}">
                  <a16:creationId xmlns:a16="http://schemas.microsoft.com/office/drawing/2014/main" id="{A5ECE450-0D17-1520-F418-B0E90704EBB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5813CE46-6456-2F5B-5BE1-0BAD4ECBEEFC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27C4D815-D4CA-2F1C-545E-9F0500FEC1C6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>
            <a:extLst>
              <a:ext uri="{FF2B5EF4-FFF2-40B4-BE49-F238E27FC236}">
                <a16:creationId xmlns:a16="http://schemas.microsoft.com/office/drawing/2014/main" id="{1E17717F-9A0D-5EE7-0DB6-2D4D27F83B3B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C8623-83CF-E1F5-5360-4E1653EE53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06F6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858DD5E-7A93-DE8B-CE53-8871D4756E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740471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64CEAF4-F143-B6D4-1AC0-5D9E168687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A9BC37A9-5F14-8C61-DECA-ED7BF6C176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F09465F-500C-2179-ADA3-9C6E9B38D09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035DE222-BB13-BE43-A31F-82690ACC4B30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9DEBCD-DB6E-FECE-B517-4603B6EA1C8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0DE8F92-FE46-7860-C0F0-555CA8179E61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21DF0F0-54E1-1EBD-5BC1-CDB90FE3603C}"/>
              </a:ext>
            </a:extLst>
          </p:cNvPr>
          <p:cNvSpPr txBox="1">
            <a:spLocks/>
          </p:cNvSpPr>
          <p:nvPr userDrawn="1"/>
        </p:nvSpPr>
        <p:spPr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4C3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технологий управления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8FD2DCD-F856-6771-E161-32D6B19DC15D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4C33"/>
          </a:solidFill>
        </p:grpSpPr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762FADF1-A76E-64E6-8343-5B63769B196D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D7F0359E-5FFF-42C2-1C1E-507CB98238D8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D72BDED1-DCBF-8168-30FA-AD9BDF1F7074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39386B3-7BAA-1369-94D2-F47CD4BF029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F01218E8-AE6C-BEE0-A0F8-2559D7B402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6397F165-7074-F364-8E76-55893E561412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D2D7EA88-8169-A73D-410D-2C35384FB6A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84920668-DA9C-B48D-540B-9C440B6BDFE2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FA5A7285-2ED3-F015-E780-72179A19B342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ADF37010-3850-D433-35A8-B76AB0A0E56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9555581F-0B85-F94E-D53E-C184ABE39F4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DDE85D91-7B51-8397-D32D-5CE2E6FD7C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73E057D0-A35E-6E71-ABCD-B6303315B99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1193601B-3533-62B8-3F5F-1A095F167B6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20F09B02-7770-7B18-C264-D2E0F8A38BEC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2193E331-8228-42D9-7E11-4C6EC5C08618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65380D3A-8338-5E85-9560-423E42D18AF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80F0DF64-50EC-4FF5-9F55-604840E5BDB4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>
              <a:extLst>
                <a:ext uri="{FF2B5EF4-FFF2-40B4-BE49-F238E27FC236}">
                  <a16:creationId xmlns:a16="http://schemas.microsoft.com/office/drawing/2014/main" id="{42B3A5CC-6022-DB3D-A170-1F19DD21627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4317D5F5-8A81-9B4E-AC8D-6FCEC27F72AB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2064BE72-A312-B0CD-280D-55EF64867024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6EB73A8B-8716-0054-F97A-E182B4B648E3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9CD7F-6222-FD91-8120-A8CBF7388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4C3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651A753A-3D3A-47AA-3B65-BA419297A6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4733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FAD4F0F-172C-D0FF-CEF0-506C2C6493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AAAB40B-DB46-D6B3-6DA6-8A6EA773CD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5552AE96-4DF5-18C1-977F-98183C05DBA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F4A67D4-DA12-253F-563B-8867E8FA154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868D50A-7403-6E32-0D3B-037C67EE4E0D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3E5A68-E821-7099-73BC-FFE41C5C7D0A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BC19206-9BDD-58AA-4DF0-442750CAF1EC}"/>
              </a:ext>
            </a:extLst>
          </p:cNvPr>
          <p:cNvSpPr txBox="1">
            <a:spLocks/>
          </p:cNvSpPr>
          <p:nvPr userDrawn="1"/>
        </p:nvSpPr>
        <p:spPr>
          <a:xfrm>
            <a:off x="2402922" y="154725"/>
            <a:ext cx="7202131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перспективных технологий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 индустриального программирования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4CDB3DB-7051-27CE-6F9D-F28892F7610A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9B622"/>
          </a:solidFill>
        </p:grpSpPr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A9898255-E13A-1402-27EE-63F163E3327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68777E3C-5118-1051-3C21-C4CAA5D56D5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A538CFA9-7E83-8529-08EA-304C853EA8E7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A849CDD1-1ADD-08FF-2F18-C01A1AF3DBB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76E0A3E8-D694-FB09-E04E-C2CCF2C11A9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081DA66-E01E-04D9-7AA2-6FA7C36F5D86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B78DBDAC-2DD3-32BC-FBC8-55F1652F12FE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774719E-6790-FF9B-4FA6-0C60D1457DF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914652A0-5FDF-7B65-4A3D-E24C112B6FB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D30ABBE7-CF23-B8DF-73A1-4E7A55C3758E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A9AC6FAD-75C2-9ECB-E9DD-4DBF5605AB5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1EEA9D47-7935-0D35-33EF-9194F8F6893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9DCD1B72-01DE-B1CF-33DC-F324EDBB7BBE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2446202-329D-1D5F-3847-E5BC42B544BF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A1DFA365-DDD1-45BB-DD93-BB93E357448E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BF794DA9-06AC-F6D3-BB3C-F86C495130E2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54EE0139-4382-1C14-3447-40A72E57C7E4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F7F23FC0-20BD-EA20-A070-A2FD4D733AA1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13805E5B-795F-C625-5B95-9AAED7A38CE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2AA18221-8D5E-49D1-1BCC-08ED338F1D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A83FFD88-E9CC-879C-C16B-A5B8419FA6FC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AF20744F-EF6D-741D-F606-2D41876629B5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53ADF-C58F-EB3C-9500-13D3B627F6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9B62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BBF1D60F-5F29-81E5-F4B0-63A1996A1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5452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641E6EE-5E61-5D7D-D696-692C7FACC4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5717" y="3300804"/>
            <a:ext cx="4997470" cy="499747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87B2213-D2E2-B4F5-75B2-C89C33FBAB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F6BCF51-28D7-F5A9-C2A4-C402B3DBBDD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8384" y="3067903"/>
            <a:ext cx="6877516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61F34425-2B9B-7576-1D4B-7E9089CAC30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6E0B9BD-90CF-E2B9-01EC-9B7A2CC0B75A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D34CE1-DCF7-5923-1BD3-773B9AE55735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5716BD1-87FE-E9F8-0865-2D45F9792D07}"/>
              </a:ext>
            </a:extLst>
          </p:cNvPr>
          <p:cNvSpPr txBox="1">
            <a:spLocks/>
          </p:cNvSpPr>
          <p:nvPr userDrawn="1"/>
        </p:nvSpPr>
        <p:spPr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радиоэлектроники и информатики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29BC8FD-21F9-7746-24C1-CE03820FF63C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12073"/>
          </a:solidFill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484BA587-ABB9-2DF6-11CA-2AD0C79DF49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C82F02C8-74DB-5035-F932-BA0FA131E37F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105393D-1D99-766C-0EBB-C221F206BC86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4C67F5CA-4B3E-5439-AC51-B80612D84DE3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08AB1C84-9B07-8C64-06FD-E42238A45E8A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20935E08-03EE-61AA-B79E-886C88A2C9E0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5C4E2BEE-96AD-FE93-5640-E6E59C5FF06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D287E121-2256-6066-AA76-346E88712843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052E1F63-E928-26C3-8C36-9A78F808958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73A40B1A-E581-1548-970E-88B0F42D50E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4A2F6FBF-4A4F-DB0B-997D-6B9F83295B9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393681F-E209-A75C-C070-0F1E9C91B7D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FB24EB70-0178-3309-1602-02F4075905E6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7702BCC0-8AC0-CC26-3B71-AB0BBECDFFB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4E3AB405-F569-6413-CA32-0274AC4567E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3C9CD5D4-700C-2967-B318-B10808117A6B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6ED70321-4513-4E58-5FF3-D3C2CD11E476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17176626-7DE9-171D-F776-802FA9C30347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05D288FC-78BD-5CED-C4FF-A594A755CB0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7656748B-E38E-D3F7-D9BD-98553182812A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7B2A00FB-4565-8DCC-EA5B-E9A8B1FE357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3A1821E-17A8-11D1-DFED-D710D364F981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BDF59-2848-0EB2-4EB0-CE70CE2029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1207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376E592-56D8-6E75-BB45-393E9D2BF6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51339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C357728-1107-982E-1720-4FEEEC1C56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E9178CDB-BE4E-0B50-6818-E599D3B135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04722A2-74AC-00F4-5D8D-E6D6F9B17D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3" y="368869"/>
            <a:ext cx="3476768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9C968-B4CD-BBE7-1E70-C9BB8CC5BB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9F01667-3B33-BD57-6948-1093A01E5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88558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_Обложка Коллед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CE5C0D-A2F3-385F-1160-75675B8D7E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900000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DC69E7-2BDD-81D6-9AD2-B471107BC0A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CD05F1-DB87-8697-7B18-32206965EF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180857"/>
            <a:ext cx="6402705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Колледж программирования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 кибербезопасности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A7125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3641F-23D4-2ED2-35EA-70B53188E7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A712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01F95A85-D337-BB4B-BFF7-1C7B53FCE9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049104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ПИ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52CBBD-4D60-4D04-D9FC-9A5AD78E4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72C710-2143-8AC8-551F-42A28B783A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8174E2-2B82-F856-B7A2-6006148DB7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200292"/>
            <a:ext cx="8289422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Передовая инженерная школа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СВЧ-электроники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D378D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61FF6-F290-3223-68BC-FAE1E93F6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3D378D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95FF57E-D5BA-52A1-E6FA-C4B4BA67A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158669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50600" y="2613958"/>
            <a:ext cx="5569500" cy="699404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accent5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5C9C487-FB1B-953A-89C5-D1CC7FF75D74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780C342-97A8-9900-4EB0-9C0140669050}"/>
              </a:ext>
            </a:extLst>
          </p:cNvPr>
          <p:cNvSpPr/>
          <p:nvPr userDrawn="1"/>
        </p:nvSpPr>
        <p:spPr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96F20CE-3297-0A74-7502-5705D3368E1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34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A533A563-3346-30DA-73D8-CF414A70DF4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7CBA805D-7279-7177-9681-934DDAFD92E7}"/>
              </a:ext>
            </a:extLst>
          </p:cNvPr>
          <p:cNvSpPr txBox="1">
            <a:spLocks/>
          </p:cNvSpPr>
          <p:nvPr userDrawn="1"/>
        </p:nvSpPr>
        <p:spPr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58C4BDB-E3DE-EC39-2630-4061E3FA1B9B}"/>
              </a:ext>
            </a:extLst>
          </p:cNvPr>
          <p:cNvSpPr/>
          <p:nvPr userDrawn="1"/>
        </p:nvSpPr>
        <p:spPr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22A248A-A0DD-F7FB-96EE-67FD16F436E1}"/>
              </a:ext>
            </a:extLst>
          </p:cNvPr>
          <p:cNvSpPr/>
          <p:nvPr userDrawn="1"/>
        </p:nvSpPr>
        <p:spPr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>
            <a:extLst>
              <a:ext uri="{FF2B5EF4-FFF2-40B4-BE49-F238E27FC236}">
                <a16:creationId xmlns:a16="http://schemas.microsoft.com/office/drawing/2014/main" id="{AE2E3FC2-680A-B5FB-40EB-DDD44CB4E38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634170" y="1851797"/>
            <a:ext cx="1784387" cy="1784642"/>
          </a:xfrm>
          <a:prstGeom prst="rect">
            <a:avLst/>
          </a:prstGeom>
        </p:spPr>
      </p:pic>
      <p:pic>
        <p:nvPicPr>
          <p:cNvPr id="9" name="object 215">
            <a:extLst>
              <a:ext uri="{FF2B5EF4-FFF2-40B4-BE49-F238E27FC236}">
                <a16:creationId xmlns:a16="http://schemas.microsoft.com/office/drawing/2014/main" id="{D7A10BD1-70C3-A39C-A10A-37E46B183FDC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1D22E-A456-2EED-61C7-922550F3676A}"/>
              </a:ext>
            </a:extLst>
          </p:cNvPr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16548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50528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334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6ABB0028-3C18-4871-A0BC-367619F943B9}"/>
              </a:ext>
            </a:extLst>
          </p:cNvPr>
          <p:cNvGraphicFramePr>
            <a:graphicFrameLocks noChangeAspect="1"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1493799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3" imgW="384" imgH="384" progId="TCLayout.ActiveDocument.1">
                  <p:embed/>
                </p:oleObj>
              </mc:Choice>
              <mc:Fallback>
                <p:oleObj name="Слайд think-cell" r:id="rId23" imgW="384" imgH="384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6ABB0028-3C18-4871-A0BC-367619F94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ru-RU" dirty="0" err="1"/>
              <a:t>pt</a:t>
            </a:r>
            <a:r>
              <a:rPr lang="ru-RU" dirty="0"/>
              <a:t>) </a:t>
            </a:r>
          </a:p>
        </p:txBody>
      </p:sp>
      <p:grpSp>
        <p:nvGrpSpPr>
          <p:cNvPr id="72" name="ИЦ" hidden="1">
            <a:extLst>
              <a:ext uri="{FF2B5EF4-FFF2-40B4-BE49-F238E27FC236}">
                <a16:creationId xmlns:a16="http://schemas.microsoft.com/office/drawing/2014/main" id="{6B5B2CB1-D765-4EB7-A0D1-97E014C2B9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02663" cy="321812"/>
            <a:chOff x="664784" y="6387627"/>
            <a:chExt cx="802663" cy="321812"/>
          </a:xfrm>
          <a:solidFill>
            <a:srgbClr val="6C3F98"/>
          </a:solidFill>
        </p:grpSpPr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104C684B-DFF6-4FF0-B92B-43C2B8ED9210}"/>
                </a:ext>
              </a:extLst>
            </p:cNvPr>
            <p:cNvGrpSpPr/>
            <p:nvPr userDrawn="1"/>
          </p:nvGrpSpPr>
          <p:grpSpPr>
            <a:xfrm>
              <a:off x="664784" y="6387627"/>
              <a:ext cx="268176" cy="321812"/>
              <a:chOff x="664784" y="6387627"/>
              <a:chExt cx="268176" cy="321812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54E47518-612B-4097-85E4-906677824D86}"/>
                  </a:ext>
                </a:extLst>
              </p:cNvPr>
              <p:cNvSpPr/>
              <p:nvPr/>
            </p:nvSpPr>
            <p:spPr>
              <a:xfrm>
                <a:off x="664784" y="6387627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D54408C-B4FE-42BA-9555-44A5FFCB14A8}"/>
                  </a:ext>
                </a:extLst>
              </p:cNvPr>
              <p:cNvSpPr/>
              <p:nvPr/>
            </p:nvSpPr>
            <p:spPr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F9CA0611-0FCA-45AB-871B-3C06046B0712}"/>
                  </a:ext>
                </a:extLst>
              </p:cNvPr>
              <p:cNvSpPr/>
              <p:nvPr/>
            </p:nvSpPr>
            <p:spPr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B5503841-C42F-464A-86B9-9EAA8A907C0A}"/>
                  </a:ext>
                </a:extLst>
              </p:cNvPr>
              <p:cNvSpPr/>
              <p:nvPr/>
            </p:nvSpPr>
            <p:spPr>
              <a:xfrm>
                <a:off x="768529" y="6496685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4EB69512-49B2-46B0-894B-070F8C4D61AA}"/>
                </a:ext>
              </a:extLst>
            </p:cNvPr>
            <p:cNvGrpSpPr/>
            <p:nvPr userDrawn="1"/>
          </p:nvGrpSpPr>
          <p:grpSpPr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5DC03B64-2D4B-43E6-82BE-523229540B2B}"/>
                  </a:ext>
                </a:extLst>
              </p:cNvPr>
              <p:cNvSpPr/>
              <p:nvPr/>
            </p:nvSpPr>
            <p:spPr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A188215A-A4D8-451A-AD92-8AD4727C7D28}"/>
                  </a:ext>
                </a:extLst>
              </p:cNvPr>
              <p:cNvSpPr/>
              <p:nvPr/>
            </p:nvSpPr>
            <p:spPr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9D4BECD6-CC15-462B-930F-CA1D06D741DD}"/>
                  </a:ext>
                </a:extLst>
              </p:cNvPr>
              <p:cNvSpPr/>
              <p:nvPr/>
            </p:nvSpPr>
            <p:spPr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62DBB99B-61B0-44B9-AB1B-244BDB52121B}"/>
                  </a:ext>
                </a:extLst>
              </p:cNvPr>
              <p:cNvSpPr/>
              <p:nvPr/>
            </p:nvSpPr>
            <p:spPr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CEF13053-4C18-4928-A2E8-EC57B50D8CC3}"/>
                  </a:ext>
                </a:extLst>
              </p:cNvPr>
              <p:cNvSpPr/>
              <p:nvPr/>
            </p:nvSpPr>
            <p:spPr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478EE83C-00C3-4615-B3CC-47BE42518D27}"/>
                  </a:ext>
                </a:extLst>
              </p:cNvPr>
              <p:cNvSpPr/>
              <p:nvPr/>
            </p:nvSpPr>
            <p:spPr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306B7AC0-B576-45D3-9C45-23B3869D0A5B}"/>
                  </a:ext>
                </a:extLst>
              </p:cNvPr>
              <p:cNvSpPr/>
              <p:nvPr/>
            </p:nvSpPr>
            <p:spPr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74A85836-34D4-48F0-9B18-203E8C4E6975}"/>
                  </a:ext>
                </a:extLst>
              </p:cNvPr>
              <p:cNvSpPr/>
              <p:nvPr/>
            </p:nvSpPr>
            <p:spPr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>
                <a:extLst>
                  <a:ext uri="{FF2B5EF4-FFF2-40B4-BE49-F238E27FC236}">
                    <a16:creationId xmlns:a16="http://schemas.microsoft.com/office/drawing/2014/main" id="{245A0227-793F-496D-8C1F-0DFEE7995160}"/>
                  </a:ext>
                </a:extLst>
              </p:cNvPr>
              <p:cNvSpPr/>
              <p:nvPr/>
            </p:nvSpPr>
            <p:spPr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E8147C94-D90D-481F-8EA8-86A2EC9729B6}"/>
                  </a:ext>
                </a:extLst>
              </p:cNvPr>
              <p:cNvSpPr/>
              <p:nvPr/>
            </p:nvSpPr>
            <p:spPr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B2160626-2478-4253-94A1-9C4E4B11F88F}"/>
                  </a:ext>
                </a:extLst>
              </p:cNvPr>
              <p:cNvSpPr/>
              <p:nvPr/>
            </p:nvSpPr>
            <p:spPr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DE9250AC-31AE-4BFB-A5D8-EE11E431A8AB}"/>
                  </a:ext>
                </a:extLst>
              </p:cNvPr>
              <p:cNvSpPr/>
              <p:nvPr/>
            </p:nvSpPr>
            <p:spPr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71658A8B-7B23-4EDA-A55B-C72AC7DE69FF}"/>
                  </a:ext>
                </a:extLst>
              </p:cNvPr>
              <p:cNvSpPr/>
              <p:nvPr/>
            </p:nvSpPr>
            <p:spPr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5E907DC4-507F-40F2-9FD8-250337D73103}"/>
                  </a:ext>
                </a:extLst>
              </p:cNvPr>
              <p:cNvSpPr/>
              <p:nvPr/>
            </p:nvSpPr>
            <p:spPr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8F327E80-1B1D-48E5-B18A-99630B081526}"/>
                  </a:ext>
                </a:extLst>
              </p:cNvPr>
              <p:cNvSpPr/>
              <p:nvPr/>
            </p:nvSpPr>
            <p:spPr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BC85D254-BF43-4FB0-8D71-99130A2C4A69}"/>
                  </a:ext>
                </a:extLst>
              </p:cNvPr>
              <p:cNvSpPr/>
              <p:nvPr/>
            </p:nvSpPr>
            <p:spPr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E9883A12-F306-4D22-8063-5C1F0F5B9BAC}"/>
                  </a:ext>
                </a:extLst>
              </p:cNvPr>
              <p:cNvSpPr/>
              <p:nvPr/>
            </p:nvSpPr>
            <p:spPr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>
                <a:extLst>
                  <a:ext uri="{FF2B5EF4-FFF2-40B4-BE49-F238E27FC236}">
                    <a16:creationId xmlns:a16="http://schemas.microsoft.com/office/drawing/2014/main" id="{3AF365FF-04FE-4D5A-BFF1-13849BAB5CD7}"/>
                  </a:ext>
                </a:extLst>
              </p:cNvPr>
              <p:cNvSpPr/>
              <p:nvPr/>
            </p:nvSpPr>
            <p:spPr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>
                <a:extLst>
                  <a:ext uri="{FF2B5EF4-FFF2-40B4-BE49-F238E27FC236}">
                    <a16:creationId xmlns:a16="http://schemas.microsoft.com/office/drawing/2014/main" id="{6918BF2C-A441-45F4-8261-A2280F8B7927}"/>
                  </a:ext>
                </a:extLst>
              </p:cNvPr>
              <p:cNvSpPr/>
              <p:nvPr/>
            </p:nvSpPr>
            <p:spPr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Московский транспорт" hidden="1">
            <a:extLst>
              <a:ext uri="{FF2B5EF4-FFF2-40B4-BE49-F238E27FC236}">
                <a16:creationId xmlns:a16="http://schemas.microsoft.com/office/drawing/2014/main" id="{1564B219-B977-4000-888C-2559043EAD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6A7C6D5D-B2EA-4797-B443-CC095EA3E343}"/>
                </a:ext>
              </a:extLst>
            </p:cNvPr>
            <p:cNvSpPr/>
            <p:nvPr/>
          </p:nvSpPr>
          <p:spPr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9D8E0897-DCB6-4393-955F-B674635F557E}"/>
                </a:ext>
              </a:extLst>
            </p:cNvPr>
            <p:cNvSpPr/>
            <p:nvPr/>
          </p:nvSpPr>
          <p:spPr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CBD46F4-1B82-46AA-902C-6DADCC5C0E20}"/>
                </a:ext>
              </a:extLst>
            </p:cNvPr>
            <p:cNvSpPr/>
            <p:nvPr/>
          </p:nvSpPr>
          <p:spPr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3D083244-92D0-43D5-9EE8-62B8102EB0FF}"/>
                </a:ext>
              </a:extLst>
            </p:cNvPr>
            <p:cNvSpPr/>
            <p:nvPr/>
          </p:nvSpPr>
          <p:spPr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5D229E69-0F26-41C8-B30C-3E4A22C79113}"/>
                </a:ext>
              </a:extLst>
            </p:cNvPr>
            <p:cNvSpPr/>
            <p:nvPr/>
          </p:nvSpPr>
          <p:spPr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92C9B5F5-7A87-466A-AAFE-D67946AE1B9F}"/>
                </a:ext>
              </a:extLst>
            </p:cNvPr>
            <p:cNvSpPr/>
            <p:nvPr/>
          </p:nvSpPr>
          <p:spPr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002EFC67-47DE-4844-83FB-033225A8052C}"/>
                </a:ext>
              </a:extLst>
            </p:cNvPr>
            <p:cNvSpPr/>
            <p:nvPr/>
          </p:nvSpPr>
          <p:spPr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1F9DA1AB-B87C-47E0-8CEE-F4C2679AF578}"/>
                </a:ext>
              </a:extLst>
            </p:cNvPr>
            <p:cNvSpPr/>
            <p:nvPr/>
          </p:nvSpPr>
          <p:spPr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9CD16C22-5568-4E69-9F51-D5146673AD2A}"/>
                </a:ext>
              </a:extLst>
            </p:cNvPr>
            <p:cNvSpPr/>
            <p:nvPr/>
          </p:nvSpPr>
          <p:spPr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2F428970-C24F-4B6B-9F39-4AA11C16A484}"/>
                </a:ext>
              </a:extLst>
            </p:cNvPr>
            <p:cNvSpPr/>
            <p:nvPr/>
          </p:nvSpPr>
          <p:spPr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A3999B22-FD4B-4807-A8F3-90247C48544E}"/>
                </a:ext>
              </a:extLst>
            </p:cNvPr>
            <p:cNvSpPr/>
            <p:nvPr/>
          </p:nvSpPr>
          <p:spPr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464AE1F4-97CF-4462-B366-D5A85748062C}"/>
                </a:ext>
              </a:extLst>
            </p:cNvPr>
            <p:cNvSpPr/>
            <p:nvPr/>
          </p:nvSpPr>
          <p:spPr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B880A2C7-66F0-46F6-831E-7D5EBFCEB1AF}"/>
                </a:ext>
              </a:extLst>
            </p:cNvPr>
            <p:cNvSpPr/>
            <p:nvPr/>
          </p:nvSpPr>
          <p:spPr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F3D63433-F99D-4E9F-AE80-307C4812067F}"/>
                </a:ext>
              </a:extLst>
            </p:cNvPr>
            <p:cNvSpPr/>
            <p:nvPr/>
          </p:nvSpPr>
          <p:spPr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D76F6072-AA56-4B06-86D0-23C74FE0FB5A}"/>
                </a:ext>
              </a:extLst>
            </p:cNvPr>
            <p:cNvSpPr/>
            <p:nvPr/>
          </p:nvSpPr>
          <p:spPr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8B69B88F-9E88-4400-AC2D-5B397ED2EFDA}"/>
                </a:ext>
              </a:extLst>
            </p:cNvPr>
            <p:cNvSpPr/>
            <p:nvPr/>
          </p:nvSpPr>
          <p:spPr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636BD7BD-BFD3-4622-B362-6ACB38304B12}"/>
                </a:ext>
              </a:extLst>
            </p:cNvPr>
            <p:cNvSpPr/>
            <p:nvPr/>
          </p:nvSpPr>
          <p:spPr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70B10E8A-F2DF-4D39-B380-053EFF68CBA7}"/>
                </a:ext>
              </a:extLst>
            </p:cNvPr>
            <p:cNvSpPr/>
            <p:nvPr/>
          </p:nvSpPr>
          <p:spPr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0EB62C10-0592-4F41-B6C1-CF39546E6694}"/>
                </a:ext>
              </a:extLst>
            </p:cNvPr>
            <p:cNvSpPr/>
            <p:nvPr/>
          </p:nvSpPr>
          <p:spPr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F85CB06B-47ED-4FB3-AC8B-BBED77811E9F}"/>
                </a:ext>
              </a:extLst>
            </p:cNvPr>
            <p:cNvSpPr/>
            <p:nvPr/>
          </p:nvSpPr>
          <p:spPr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3" name="Московский метрополитен" hidden="1">
            <a:extLst>
              <a:ext uri="{FF2B5EF4-FFF2-40B4-BE49-F238E27FC236}">
                <a16:creationId xmlns:a16="http://schemas.microsoft.com/office/drawing/2014/main" id="{A017557A-16B4-48D7-AB1B-D86E90C6C2B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9062FF1C-1883-4412-88DD-B0FAADD287A3}"/>
                </a:ext>
              </a:extLst>
            </p:cNvPr>
            <p:cNvSpPr/>
            <p:nvPr/>
          </p:nvSpPr>
          <p:spPr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09764DE6-FE59-4FAA-95D5-C8ED2940A414}"/>
                </a:ext>
              </a:extLst>
            </p:cNvPr>
            <p:cNvSpPr/>
            <p:nvPr/>
          </p:nvSpPr>
          <p:spPr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A1FDD3A8-B808-4AF5-8285-EADEE5D907CD}"/>
                </a:ext>
              </a:extLst>
            </p:cNvPr>
            <p:cNvSpPr/>
            <p:nvPr/>
          </p:nvSpPr>
          <p:spPr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9CE5113C-A5B2-4776-80C9-5843EA6B1AAA}"/>
                </a:ext>
              </a:extLst>
            </p:cNvPr>
            <p:cNvSpPr/>
            <p:nvPr/>
          </p:nvSpPr>
          <p:spPr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6BB87B71-03EA-42F9-8437-AB84DBA1CE77}"/>
                </a:ext>
              </a:extLst>
            </p:cNvPr>
            <p:cNvSpPr/>
            <p:nvPr/>
          </p:nvSpPr>
          <p:spPr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CC0C82D9-58FE-4B27-863C-39C96B8E2DF8}"/>
                </a:ext>
              </a:extLst>
            </p:cNvPr>
            <p:cNvSpPr/>
            <p:nvPr/>
          </p:nvSpPr>
          <p:spPr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25C4C8EF-027D-47FA-B5C8-586ECF961A86}"/>
                </a:ext>
              </a:extLst>
            </p:cNvPr>
            <p:cNvSpPr/>
            <p:nvPr/>
          </p:nvSpPr>
          <p:spPr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A5353F79-B656-4095-AA3F-6879D8BDDDAA}"/>
                </a:ext>
              </a:extLst>
            </p:cNvPr>
            <p:cNvSpPr/>
            <p:nvPr/>
          </p:nvSpPr>
          <p:spPr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BCBA0854-7CF0-4B34-A6C4-826DCC489C56}"/>
                </a:ext>
              </a:extLst>
            </p:cNvPr>
            <p:cNvSpPr/>
            <p:nvPr/>
          </p:nvSpPr>
          <p:spPr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4DD2160E-0D30-4597-A060-2140D10CC38C}"/>
                </a:ext>
              </a:extLst>
            </p:cNvPr>
            <p:cNvSpPr/>
            <p:nvPr/>
          </p:nvSpPr>
          <p:spPr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7C4ABF7D-364B-4193-932A-95F1BFC12CB5}"/>
                </a:ext>
              </a:extLst>
            </p:cNvPr>
            <p:cNvSpPr/>
            <p:nvPr/>
          </p:nvSpPr>
          <p:spPr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C31B58B1-AE5A-4E41-B140-D71203884123}"/>
                </a:ext>
              </a:extLst>
            </p:cNvPr>
            <p:cNvSpPr/>
            <p:nvPr/>
          </p:nvSpPr>
          <p:spPr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BFDBE857-DC65-4524-A549-B9F14AF9C891}"/>
                </a:ext>
              </a:extLst>
            </p:cNvPr>
            <p:cNvSpPr/>
            <p:nvPr/>
          </p:nvSpPr>
          <p:spPr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2E6BA3A9-7542-4CF0-A9FC-1F51925A6ECD}"/>
                </a:ext>
              </a:extLst>
            </p:cNvPr>
            <p:cNvSpPr/>
            <p:nvPr/>
          </p:nvSpPr>
          <p:spPr>
            <a:xfrm>
              <a:off x="5087425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2440D93A-05A9-4773-B94A-9A44AE6B371D}"/>
                </a:ext>
              </a:extLst>
            </p:cNvPr>
            <p:cNvSpPr/>
            <p:nvPr/>
          </p:nvSpPr>
          <p:spPr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1F12B110-F58A-4151-97F3-72FCC1813396}"/>
                </a:ext>
              </a:extLst>
            </p:cNvPr>
            <p:cNvSpPr/>
            <p:nvPr/>
          </p:nvSpPr>
          <p:spPr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4878A7D7-628B-43D5-B0D0-DDD2AB9FFD46}"/>
                </a:ext>
              </a:extLst>
            </p:cNvPr>
            <p:cNvSpPr/>
            <p:nvPr/>
          </p:nvSpPr>
          <p:spPr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16619039-267B-4F14-B083-8E2EA0ED9A50}"/>
                </a:ext>
              </a:extLst>
            </p:cNvPr>
            <p:cNvSpPr/>
            <p:nvPr/>
          </p:nvSpPr>
          <p:spPr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BAC33D6B-12C7-404D-9C82-37D3141630CD}"/>
                </a:ext>
              </a:extLst>
            </p:cNvPr>
            <p:cNvSpPr/>
            <p:nvPr/>
          </p:nvSpPr>
          <p:spPr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87D3FC4E-A550-4740-8A12-98C6A9AE39C4}"/>
                </a:ext>
              </a:extLst>
            </p:cNvPr>
            <p:cNvSpPr/>
            <p:nvPr/>
          </p:nvSpPr>
          <p:spPr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6F8175A3-36F7-4A96-A5E1-D773F8B547D8}"/>
                </a:ext>
              </a:extLst>
            </p:cNvPr>
            <p:cNvSpPr/>
            <p:nvPr/>
          </p:nvSpPr>
          <p:spPr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A5688D78-1C78-4E67-AA23-47C346155685}"/>
                </a:ext>
              </a:extLst>
            </p:cNvPr>
            <p:cNvSpPr/>
            <p:nvPr/>
          </p:nvSpPr>
          <p:spPr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66932C28-5880-44E6-8032-F12A02E906BD}"/>
                </a:ext>
              </a:extLst>
            </p:cNvPr>
            <p:cNvSpPr/>
            <p:nvPr/>
          </p:nvSpPr>
          <p:spPr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BA7F2828-06D0-46CE-B1E0-3930D640DA08}"/>
                </a:ext>
              </a:extLst>
            </p:cNvPr>
            <p:cNvSpPr/>
            <p:nvPr/>
          </p:nvSpPr>
          <p:spPr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8" name="Мосгортранс" hidden="1">
            <a:extLst>
              <a:ext uri="{FF2B5EF4-FFF2-40B4-BE49-F238E27FC236}">
                <a16:creationId xmlns:a16="http://schemas.microsoft.com/office/drawing/2014/main" id="{C74690CF-7FFF-4406-8357-7E58FC0B9F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862F4F3A-7167-4828-B0BF-4B2BF1BE967E}"/>
                </a:ext>
              </a:extLst>
            </p:cNvPr>
            <p:cNvSpPr/>
            <p:nvPr/>
          </p:nvSpPr>
          <p:spPr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EABBAB39-A923-4260-A346-AC8E0F8B8512}"/>
                </a:ext>
              </a:extLst>
            </p:cNvPr>
            <p:cNvSpPr/>
            <p:nvPr/>
          </p:nvSpPr>
          <p:spPr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368504B3-6F87-4FF4-8BBC-EAA6193325EC}"/>
                </a:ext>
              </a:extLst>
            </p:cNvPr>
            <p:cNvSpPr/>
            <p:nvPr/>
          </p:nvSpPr>
          <p:spPr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CEFE4E7B-4D99-45CB-A822-C4FB8E7D96B1}"/>
                </a:ext>
              </a:extLst>
            </p:cNvPr>
            <p:cNvSpPr/>
            <p:nvPr/>
          </p:nvSpPr>
          <p:spPr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EAC59964-DAEE-4861-A8C8-5C75925E2467}"/>
                </a:ext>
              </a:extLst>
            </p:cNvPr>
            <p:cNvSpPr/>
            <p:nvPr/>
          </p:nvSpPr>
          <p:spPr>
            <a:xfrm>
              <a:off x="690953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CADA0449-8763-4091-910E-E6CA041EB836}"/>
                </a:ext>
              </a:extLst>
            </p:cNvPr>
            <p:cNvSpPr/>
            <p:nvPr/>
          </p:nvSpPr>
          <p:spPr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16CFC134-5A57-4E09-BA5E-09180E2EA5BB}"/>
                </a:ext>
              </a:extLst>
            </p:cNvPr>
            <p:cNvSpPr/>
            <p:nvPr/>
          </p:nvSpPr>
          <p:spPr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F1BDB5D4-DD9C-446F-8873-008D6E8C5A98}"/>
                </a:ext>
              </a:extLst>
            </p:cNvPr>
            <p:cNvSpPr/>
            <p:nvPr/>
          </p:nvSpPr>
          <p:spPr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B051E84F-D9D1-4F99-8F7E-0153BB180D88}"/>
                </a:ext>
              </a:extLst>
            </p:cNvPr>
            <p:cNvSpPr/>
            <p:nvPr/>
          </p:nvSpPr>
          <p:spPr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76C199B0-73DF-4D9A-B149-3E6FF1451DBB}"/>
                </a:ext>
              </a:extLst>
            </p:cNvPr>
            <p:cNvSpPr/>
            <p:nvPr/>
          </p:nvSpPr>
          <p:spPr>
            <a:xfrm>
              <a:off x="7220045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DC2D8945-9179-45CF-846D-41347CEFB044}"/>
                </a:ext>
              </a:extLst>
            </p:cNvPr>
            <p:cNvSpPr/>
            <p:nvPr/>
          </p:nvSpPr>
          <p:spPr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FCD97902-8F5E-4BDC-8EA9-54C828B2FA6D}"/>
                </a:ext>
              </a:extLst>
            </p:cNvPr>
            <p:cNvSpPr/>
            <p:nvPr/>
          </p:nvSpPr>
          <p:spPr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4F6F6B7E-1828-494D-9E4E-3645DB8EF899}"/>
                </a:ext>
              </a:extLst>
            </p:cNvPr>
            <p:cNvSpPr/>
            <p:nvPr/>
          </p:nvSpPr>
          <p:spPr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ACB782B5-2169-4174-90D3-26420A78847C}"/>
                </a:ext>
              </a:extLst>
            </p:cNvPr>
            <p:cNvSpPr/>
            <p:nvPr/>
          </p:nvSpPr>
          <p:spPr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" name="Московский паркинг" hidden="1">
            <a:extLst>
              <a:ext uri="{FF2B5EF4-FFF2-40B4-BE49-F238E27FC236}">
                <a16:creationId xmlns:a16="http://schemas.microsoft.com/office/drawing/2014/main" id="{5311C8AE-FE64-4825-8087-2BFA8EED1B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12E6C7DE-C24C-4743-8282-10A86484C6E0}"/>
                </a:ext>
              </a:extLst>
            </p:cNvPr>
            <p:cNvSpPr/>
            <p:nvPr/>
          </p:nvSpPr>
          <p:spPr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5B49DA46-ECD6-4B5E-B9A8-3BFD8CA51021}"/>
                </a:ext>
              </a:extLst>
            </p:cNvPr>
            <p:cNvSpPr/>
            <p:nvPr/>
          </p:nvSpPr>
          <p:spPr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1F5C41CD-848B-4E4A-B62E-0373BCA2A1F2}"/>
                </a:ext>
              </a:extLst>
            </p:cNvPr>
            <p:cNvSpPr/>
            <p:nvPr/>
          </p:nvSpPr>
          <p:spPr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A7314B4B-14A7-4136-89AB-916991AD676B}"/>
                </a:ext>
              </a:extLst>
            </p:cNvPr>
            <p:cNvSpPr/>
            <p:nvPr/>
          </p:nvSpPr>
          <p:spPr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A5AB57DE-8DFD-4055-8F88-DBB23413F57C}"/>
                </a:ext>
              </a:extLst>
            </p:cNvPr>
            <p:cNvSpPr/>
            <p:nvPr/>
          </p:nvSpPr>
          <p:spPr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02A411E0-462F-4F52-96D3-265FDE41A4E9}"/>
                </a:ext>
              </a:extLst>
            </p:cNvPr>
            <p:cNvSpPr/>
            <p:nvPr/>
          </p:nvSpPr>
          <p:spPr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39B3FC2E-6C5C-450B-8B20-B65B879D2947}"/>
                </a:ext>
              </a:extLst>
            </p:cNvPr>
            <p:cNvSpPr/>
            <p:nvPr/>
          </p:nvSpPr>
          <p:spPr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C2645EB0-33F8-4740-ABAD-1DA116207927}"/>
                </a:ext>
              </a:extLst>
            </p:cNvPr>
            <p:cNvSpPr/>
            <p:nvPr/>
          </p:nvSpPr>
          <p:spPr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8D14FEC4-3C6A-4C61-A5B3-69E4C9BCEB5D}"/>
                </a:ext>
              </a:extLst>
            </p:cNvPr>
            <p:cNvSpPr/>
            <p:nvPr/>
          </p:nvSpPr>
          <p:spPr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ACC0F1CC-95E9-45D7-9177-367F27122686}"/>
                </a:ext>
              </a:extLst>
            </p:cNvPr>
            <p:cNvSpPr/>
            <p:nvPr/>
          </p:nvSpPr>
          <p:spPr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3E5450BE-D218-4717-989B-15E06E556965}"/>
                </a:ext>
              </a:extLst>
            </p:cNvPr>
            <p:cNvSpPr/>
            <p:nvPr/>
          </p:nvSpPr>
          <p:spPr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EF418480-B812-48A9-A27F-553A687660CA}"/>
                </a:ext>
              </a:extLst>
            </p:cNvPr>
            <p:cNvSpPr/>
            <p:nvPr/>
          </p:nvSpPr>
          <p:spPr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BC2230C0-9EE7-4B68-A50D-6EC8E5EF18CC}"/>
                </a:ext>
              </a:extLst>
            </p:cNvPr>
            <p:cNvSpPr/>
            <p:nvPr/>
          </p:nvSpPr>
          <p:spPr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CA0FBCFA-7F11-4E04-BDF4-BD6A4488C89B}"/>
                </a:ext>
              </a:extLst>
            </p:cNvPr>
            <p:cNvSpPr/>
            <p:nvPr/>
          </p:nvSpPr>
          <p:spPr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3EEF082B-3BAE-467C-BC69-184FACA733A3}"/>
                </a:ext>
              </a:extLst>
            </p:cNvPr>
            <p:cNvSpPr/>
            <p:nvPr/>
          </p:nvSpPr>
          <p:spPr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FE0595D6-A28A-4E06-9048-755EC54A5B3D}"/>
                </a:ext>
              </a:extLst>
            </p:cNvPr>
            <p:cNvSpPr/>
            <p:nvPr/>
          </p:nvSpPr>
          <p:spPr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205283D1-53DA-4D08-A299-267888E856E1}"/>
                </a:ext>
              </a:extLst>
            </p:cNvPr>
            <p:cNvSpPr/>
            <p:nvPr/>
          </p:nvSpPr>
          <p:spPr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0A17F2E7-0753-4ECE-9521-C7D8A0A977E5}"/>
                </a:ext>
              </a:extLst>
            </p:cNvPr>
            <p:cNvSpPr/>
            <p:nvPr/>
          </p:nvSpPr>
          <p:spPr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8031971F-0BAB-4769-8EED-A5F931280927}"/>
                </a:ext>
              </a:extLst>
            </p:cNvPr>
            <p:cNvSpPr/>
            <p:nvPr/>
          </p:nvSpPr>
          <p:spPr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7BA5E6DB-BD97-46B1-9989-D2223C1B1DB6}"/>
                </a:ext>
              </a:extLst>
            </p:cNvPr>
            <p:cNvSpPr/>
            <p:nvPr/>
          </p:nvSpPr>
          <p:spPr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9" name="Такси" hidden="1">
            <a:extLst>
              <a:ext uri="{FF2B5EF4-FFF2-40B4-BE49-F238E27FC236}">
                <a16:creationId xmlns:a16="http://schemas.microsoft.com/office/drawing/2014/main" id="{312C5B48-D660-452C-A6A9-7833034E41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559622" cy="319479"/>
            <a:chOff x="4975650" y="3912409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>
              <a:extLst>
                <a:ext uri="{FF2B5EF4-FFF2-40B4-BE49-F238E27FC236}">
                  <a16:creationId xmlns:a16="http://schemas.microsoft.com/office/drawing/2014/main" id="{C46E7177-7E69-4D76-BB58-AF267CC52855}"/>
                </a:ext>
              </a:extLst>
            </p:cNvPr>
            <p:cNvSpPr/>
            <p:nvPr/>
          </p:nvSpPr>
          <p:spPr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>
              <a:extLst>
                <a:ext uri="{FF2B5EF4-FFF2-40B4-BE49-F238E27FC236}">
                  <a16:creationId xmlns:a16="http://schemas.microsoft.com/office/drawing/2014/main" id="{C381767A-8FCC-47CB-AFAA-36F0E3086872}"/>
                </a:ext>
              </a:extLst>
            </p:cNvPr>
            <p:cNvSpPr/>
            <p:nvPr/>
          </p:nvSpPr>
          <p:spPr>
            <a:xfrm>
              <a:off x="5454853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>
              <a:extLst>
                <a:ext uri="{FF2B5EF4-FFF2-40B4-BE49-F238E27FC236}">
                  <a16:creationId xmlns:a16="http://schemas.microsoft.com/office/drawing/2014/main" id="{C4A8F098-E6FF-45E0-A0B3-E4F3CC32E6D5}"/>
                </a:ext>
              </a:extLst>
            </p:cNvPr>
            <p:cNvSpPr/>
            <p:nvPr/>
          </p:nvSpPr>
          <p:spPr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>
              <a:extLst>
                <a:ext uri="{FF2B5EF4-FFF2-40B4-BE49-F238E27FC236}">
                  <a16:creationId xmlns:a16="http://schemas.microsoft.com/office/drawing/2014/main" id="{929AD959-62C6-49E2-9C36-035DB1F14320}"/>
                </a:ext>
              </a:extLst>
            </p:cNvPr>
            <p:cNvSpPr/>
            <p:nvPr/>
          </p:nvSpPr>
          <p:spPr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>
              <a:extLst>
                <a:ext uri="{FF2B5EF4-FFF2-40B4-BE49-F238E27FC236}">
                  <a16:creationId xmlns:a16="http://schemas.microsoft.com/office/drawing/2014/main" id="{F7177057-24D3-4EAD-8674-E7B7E121DAF6}"/>
                </a:ext>
              </a:extLst>
            </p:cNvPr>
            <p:cNvSpPr/>
            <p:nvPr/>
          </p:nvSpPr>
          <p:spPr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>
              <a:extLst>
                <a:ext uri="{FF2B5EF4-FFF2-40B4-BE49-F238E27FC236}">
                  <a16:creationId xmlns:a16="http://schemas.microsoft.com/office/drawing/2014/main" id="{43B7C64C-86D5-451C-AE64-454ABE30710B}"/>
                </a:ext>
              </a:extLst>
            </p:cNvPr>
            <p:cNvSpPr/>
            <p:nvPr/>
          </p:nvSpPr>
          <p:spPr>
            <a:xfrm>
              <a:off x="4975650" y="3912409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>
              <a:extLst>
                <a:ext uri="{FF2B5EF4-FFF2-40B4-BE49-F238E27FC236}">
                  <a16:creationId xmlns:a16="http://schemas.microsoft.com/office/drawing/2014/main" id="{28955324-00CD-4A00-B179-BFDE75C578E1}"/>
                </a:ext>
              </a:extLst>
            </p:cNvPr>
            <p:cNvSpPr/>
            <p:nvPr/>
          </p:nvSpPr>
          <p:spPr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>
              <a:extLst>
                <a:ext uri="{FF2B5EF4-FFF2-40B4-BE49-F238E27FC236}">
                  <a16:creationId xmlns:a16="http://schemas.microsoft.com/office/drawing/2014/main" id="{A0BCC790-53A5-4B59-B47F-E88D030656D6}"/>
                </a:ext>
              </a:extLst>
            </p:cNvPr>
            <p:cNvSpPr/>
            <p:nvPr/>
          </p:nvSpPr>
          <p:spPr>
            <a:xfrm>
              <a:off x="5085759" y="4125198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ОП" hidden="1">
            <a:extLst>
              <a:ext uri="{FF2B5EF4-FFF2-40B4-BE49-F238E27FC236}">
                <a16:creationId xmlns:a16="http://schemas.microsoft.com/office/drawing/2014/main" id="{7B482C07-3CDC-4940-91EC-70D90FB3639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57365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BFB9E2ED-35AF-4459-BE6B-59BB17C9AB83}"/>
                </a:ext>
              </a:extLst>
            </p:cNvPr>
            <p:cNvSpPr/>
            <p:nvPr/>
          </p:nvSpPr>
          <p:spPr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504CAA6A-4AA4-4367-8BF0-1827FAADF9AE}"/>
                </a:ext>
              </a:extLst>
            </p:cNvPr>
            <p:cNvSpPr/>
            <p:nvPr/>
          </p:nvSpPr>
          <p:spPr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DD9BCA02-C624-49C1-9DD6-5F1F8414D289}"/>
                </a:ext>
              </a:extLst>
            </p:cNvPr>
            <p:cNvSpPr/>
            <p:nvPr/>
          </p:nvSpPr>
          <p:spPr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EC218180-105A-4B2E-83A0-B704BE48C661}"/>
                </a:ext>
              </a:extLst>
            </p:cNvPr>
            <p:cNvSpPr/>
            <p:nvPr/>
          </p:nvSpPr>
          <p:spPr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0CFCC49B-0492-44D7-BEF7-104D73E4E76D}"/>
                </a:ext>
              </a:extLst>
            </p:cNvPr>
            <p:cNvSpPr/>
            <p:nvPr/>
          </p:nvSpPr>
          <p:spPr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ECA94000-331D-4346-BA95-C746C6407073}"/>
                </a:ext>
              </a:extLst>
            </p:cNvPr>
            <p:cNvSpPr/>
            <p:nvPr/>
          </p:nvSpPr>
          <p:spPr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091FDB61-BB87-4E29-9ACD-4CE774E245D3}"/>
                </a:ext>
              </a:extLst>
            </p:cNvPr>
            <p:cNvSpPr/>
            <p:nvPr/>
          </p:nvSpPr>
          <p:spPr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4625AF2F-D7F1-4A68-9346-7A5DC5F5D016}"/>
                </a:ext>
              </a:extLst>
            </p:cNvPr>
            <p:cNvSpPr/>
            <p:nvPr/>
          </p:nvSpPr>
          <p:spPr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>
              <a:extLst>
                <a:ext uri="{FF2B5EF4-FFF2-40B4-BE49-F238E27FC236}">
                  <a16:creationId xmlns:a16="http://schemas.microsoft.com/office/drawing/2014/main" id="{775306B6-B862-4B83-B2B0-3AB58DFE8E29}"/>
                </a:ext>
              </a:extLst>
            </p:cNvPr>
            <p:cNvSpPr/>
            <p:nvPr/>
          </p:nvSpPr>
          <p:spPr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>
              <a:extLst>
                <a:ext uri="{FF2B5EF4-FFF2-40B4-BE49-F238E27FC236}">
                  <a16:creationId xmlns:a16="http://schemas.microsoft.com/office/drawing/2014/main" id="{DFE43D15-5B4C-4251-9B01-8AA05F8F8EC1}"/>
                </a:ext>
              </a:extLst>
            </p:cNvPr>
            <p:cNvSpPr/>
            <p:nvPr/>
          </p:nvSpPr>
          <p:spPr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>
              <a:extLst>
                <a:ext uri="{FF2B5EF4-FFF2-40B4-BE49-F238E27FC236}">
                  <a16:creationId xmlns:a16="http://schemas.microsoft.com/office/drawing/2014/main" id="{4B141EF5-2D85-4EA0-8DD2-6F35416E1747}"/>
                </a:ext>
              </a:extLst>
            </p:cNvPr>
            <p:cNvSpPr/>
            <p:nvPr/>
          </p:nvSpPr>
          <p:spPr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>
              <a:extLst>
                <a:ext uri="{FF2B5EF4-FFF2-40B4-BE49-F238E27FC236}">
                  <a16:creationId xmlns:a16="http://schemas.microsoft.com/office/drawing/2014/main" id="{893920E4-CC58-40D9-8B72-14C9097F46EB}"/>
                </a:ext>
              </a:extLst>
            </p:cNvPr>
            <p:cNvSpPr/>
            <p:nvPr/>
          </p:nvSpPr>
          <p:spPr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>
              <a:extLst>
                <a:ext uri="{FF2B5EF4-FFF2-40B4-BE49-F238E27FC236}">
                  <a16:creationId xmlns:a16="http://schemas.microsoft.com/office/drawing/2014/main" id="{ECECFBD3-9DF2-4B53-A4FF-CFB9208A2C31}"/>
                </a:ext>
              </a:extLst>
            </p:cNvPr>
            <p:cNvSpPr/>
            <p:nvPr/>
          </p:nvSpPr>
          <p:spPr>
            <a:xfrm>
              <a:off x="5349304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>
              <a:extLst>
                <a:ext uri="{FF2B5EF4-FFF2-40B4-BE49-F238E27FC236}">
                  <a16:creationId xmlns:a16="http://schemas.microsoft.com/office/drawing/2014/main" id="{36B6113B-23C2-4176-B12E-4A4271B9F7E9}"/>
                </a:ext>
              </a:extLst>
            </p:cNvPr>
            <p:cNvSpPr/>
            <p:nvPr/>
          </p:nvSpPr>
          <p:spPr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>
              <a:extLst>
                <a:ext uri="{FF2B5EF4-FFF2-40B4-BE49-F238E27FC236}">
                  <a16:creationId xmlns:a16="http://schemas.microsoft.com/office/drawing/2014/main" id="{A157A4C4-FA38-480C-A83F-23BDED4D2A03}"/>
                </a:ext>
              </a:extLst>
            </p:cNvPr>
            <p:cNvSpPr/>
            <p:nvPr/>
          </p:nvSpPr>
          <p:spPr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>
              <a:extLst>
                <a:ext uri="{FF2B5EF4-FFF2-40B4-BE49-F238E27FC236}">
                  <a16:creationId xmlns:a16="http://schemas.microsoft.com/office/drawing/2014/main" id="{9AD7DF30-8BDA-4557-A5BA-993CF92AB5FB}"/>
                </a:ext>
              </a:extLst>
            </p:cNvPr>
            <p:cNvSpPr/>
            <p:nvPr/>
          </p:nvSpPr>
          <p:spPr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>
              <a:extLst>
                <a:ext uri="{FF2B5EF4-FFF2-40B4-BE49-F238E27FC236}">
                  <a16:creationId xmlns:a16="http://schemas.microsoft.com/office/drawing/2014/main" id="{376C3A0B-1108-4A7E-9171-E11E7B182A79}"/>
                </a:ext>
              </a:extLst>
            </p:cNvPr>
            <p:cNvSpPr/>
            <p:nvPr/>
          </p:nvSpPr>
          <p:spPr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>
              <a:extLst>
                <a:ext uri="{FF2B5EF4-FFF2-40B4-BE49-F238E27FC236}">
                  <a16:creationId xmlns:a16="http://schemas.microsoft.com/office/drawing/2014/main" id="{E6F6F6D0-6382-45E1-AFAD-A86563742715}"/>
                </a:ext>
              </a:extLst>
            </p:cNvPr>
            <p:cNvSpPr/>
            <p:nvPr/>
          </p:nvSpPr>
          <p:spPr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>
              <a:extLst>
                <a:ext uri="{FF2B5EF4-FFF2-40B4-BE49-F238E27FC236}">
                  <a16:creationId xmlns:a16="http://schemas.microsoft.com/office/drawing/2014/main" id="{7F5D7807-B4C4-438F-AC2B-E2C57F54D008}"/>
                </a:ext>
              </a:extLst>
            </p:cNvPr>
            <p:cNvSpPr/>
            <p:nvPr/>
          </p:nvSpPr>
          <p:spPr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>
              <a:extLst>
                <a:ext uri="{FF2B5EF4-FFF2-40B4-BE49-F238E27FC236}">
                  <a16:creationId xmlns:a16="http://schemas.microsoft.com/office/drawing/2014/main" id="{029D1D54-EB8A-4F9D-A32B-8C858FCB60C6}"/>
                </a:ext>
              </a:extLst>
            </p:cNvPr>
            <p:cNvSpPr/>
            <p:nvPr/>
          </p:nvSpPr>
          <p:spPr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>
              <a:extLst>
                <a:ext uri="{FF2B5EF4-FFF2-40B4-BE49-F238E27FC236}">
                  <a16:creationId xmlns:a16="http://schemas.microsoft.com/office/drawing/2014/main" id="{09580272-08EA-4AB8-8776-135DF9CE5627}"/>
                </a:ext>
              </a:extLst>
            </p:cNvPr>
            <p:cNvSpPr/>
            <p:nvPr/>
          </p:nvSpPr>
          <p:spPr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>
              <a:extLst>
                <a:ext uri="{FF2B5EF4-FFF2-40B4-BE49-F238E27FC236}">
                  <a16:creationId xmlns:a16="http://schemas.microsoft.com/office/drawing/2014/main" id="{3ED469D4-B526-43A2-A4E8-75CF72A75283}"/>
                </a:ext>
              </a:extLst>
            </p:cNvPr>
            <p:cNvSpPr/>
            <p:nvPr/>
          </p:nvSpPr>
          <p:spPr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>
              <a:extLst>
                <a:ext uri="{FF2B5EF4-FFF2-40B4-BE49-F238E27FC236}">
                  <a16:creationId xmlns:a16="http://schemas.microsoft.com/office/drawing/2014/main" id="{35D93207-AC98-4630-8846-C6D334BD8ABB}"/>
                </a:ext>
              </a:extLst>
            </p:cNvPr>
            <p:cNvSpPr/>
            <p:nvPr/>
          </p:nvSpPr>
          <p:spPr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Велотранспорт" hidden="1">
            <a:extLst>
              <a:ext uri="{FF2B5EF4-FFF2-40B4-BE49-F238E27FC236}">
                <a16:creationId xmlns:a16="http://schemas.microsoft.com/office/drawing/2014/main" id="{42BC8E2A-4C4B-53CE-3699-0B35070EA8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D5DFD6D8-240C-E8D6-542A-C78D13B9044E}"/>
                </a:ext>
              </a:extLst>
            </p:cNvPr>
            <p:cNvSpPr/>
            <p:nvPr/>
          </p:nvSpPr>
          <p:spPr>
            <a:xfrm>
              <a:off x="5615549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D44A7AA-FD50-1DD7-86C3-7DC5CA6E4E18}"/>
                </a:ext>
              </a:extLst>
            </p:cNvPr>
            <p:cNvSpPr/>
            <p:nvPr/>
          </p:nvSpPr>
          <p:spPr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38FEC9D9-159C-0EC9-B2D9-3CCBCB1674CA}"/>
                </a:ext>
              </a:extLst>
            </p:cNvPr>
            <p:cNvSpPr/>
            <p:nvPr/>
          </p:nvSpPr>
          <p:spPr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DAE50A6A-A4A4-4FAF-3646-22C002E36399}"/>
                </a:ext>
              </a:extLst>
            </p:cNvPr>
            <p:cNvSpPr/>
            <p:nvPr/>
          </p:nvSpPr>
          <p:spPr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93ADE9E-CE33-D64D-17AE-B675FEE18347}"/>
                </a:ext>
              </a:extLst>
            </p:cNvPr>
            <p:cNvSpPr/>
            <p:nvPr/>
          </p:nvSpPr>
          <p:spPr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C222BF95-7DCC-E539-F3DF-E6994629B889}"/>
                </a:ext>
              </a:extLst>
            </p:cNvPr>
            <p:cNvSpPr/>
            <p:nvPr/>
          </p:nvSpPr>
          <p:spPr>
            <a:xfrm>
              <a:off x="5912167" y="3362325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A12C8AF-D29C-FC1C-9F3E-387840B175B3}"/>
                </a:ext>
              </a:extLst>
            </p:cNvPr>
            <p:cNvSpPr/>
            <p:nvPr/>
          </p:nvSpPr>
          <p:spPr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11ADDA6A-1FB2-1F59-BDF8-2559E39FDEA6}"/>
                </a:ext>
              </a:extLst>
            </p:cNvPr>
            <p:cNvSpPr/>
            <p:nvPr/>
          </p:nvSpPr>
          <p:spPr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A0FFDCAD-5E42-7C89-780C-DB6246B6EBB1}"/>
                </a:ext>
              </a:extLst>
            </p:cNvPr>
            <p:cNvSpPr/>
            <p:nvPr/>
          </p:nvSpPr>
          <p:spPr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54A041E6-9D70-C897-1063-ADD9FAB5BC38}"/>
                </a:ext>
              </a:extLst>
            </p:cNvPr>
            <p:cNvSpPr/>
            <p:nvPr/>
          </p:nvSpPr>
          <p:spPr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41D06781-34B6-87D7-2082-022F94963B9F}"/>
                </a:ext>
              </a:extLst>
            </p:cNvPr>
            <p:cNvSpPr/>
            <p:nvPr/>
          </p:nvSpPr>
          <p:spPr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EB74048F-F597-2F8A-2834-06899DE12A51}"/>
                </a:ext>
              </a:extLst>
            </p:cNvPr>
            <p:cNvSpPr/>
            <p:nvPr/>
          </p:nvSpPr>
          <p:spPr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E1BEF907-8654-E08E-7065-860A20484C55}"/>
                </a:ext>
              </a:extLst>
            </p:cNvPr>
            <p:cNvSpPr/>
            <p:nvPr/>
          </p:nvSpPr>
          <p:spPr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E9C421AC-79B5-6015-0A01-B590DD8A3020}"/>
                </a:ext>
              </a:extLst>
            </p:cNvPr>
            <p:cNvSpPr/>
            <p:nvPr/>
          </p:nvSpPr>
          <p:spPr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A9DD59D7-CAA7-2A12-3984-516F353CA492}"/>
                </a:ext>
              </a:extLst>
            </p:cNvPr>
            <p:cNvSpPr/>
            <p:nvPr/>
          </p:nvSpPr>
          <p:spPr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10D00979-E40F-EAE7-157A-3D1D1709776C}"/>
                </a:ext>
              </a:extLst>
            </p:cNvPr>
            <p:cNvSpPr/>
            <p:nvPr/>
          </p:nvSpPr>
          <p:spPr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5F022D95-2810-63D5-BFEF-11C253707E20}"/>
                </a:ext>
              </a:extLst>
            </p:cNvPr>
            <p:cNvSpPr/>
            <p:nvPr/>
          </p:nvSpPr>
          <p:spPr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735F00C-1275-CA84-B1A0-731A5B75BBD8}"/>
                </a:ext>
              </a:extLst>
            </p:cNvPr>
            <p:cNvSpPr/>
            <p:nvPr/>
          </p:nvSpPr>
          <p:spPr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5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72" r:id="rId2"/>
    <p:sldLayoutId id="2147483739" r:id="rId3"/>
    <p:sldLayoutId id="2147483771" r:id="rId4"/>
    <p:sldLayoutId id="2147483770" r:id="rId5"/>
    <p:sldLayoutId id="2147483755" r:id="rId6"/>
    <p:sldLayoutId id="2147483740" r:id="rId7"/>
    <p:sldLayoutId id="2147483753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1" r:id="rId17"/>
    <p:sldLayoutId id="2147483752" r:id="rId18"/>
    <p:sldLayoutId id="2147483791" r:id="rId19"/>
    <p:sldLayoutId id="2147483792" r:id="rId20"/>
  </p:sldLayoutIdLst>
  <p:hf sldNum="0" hdr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lang="en-US" sz="2400" b="1" kern="1200" dirty="0">
          <a:solidFill>
            <a:schemeClr val="accent5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Wingdings" panose="05000000000000000000" pitchFamily="2" charset="2"/>
        <a:buChar char="§"/>
        <a:defRPr lang="ru-RU" sz="12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−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▫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-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11">
          <p15:clr>
            <a:srgbClr val="F26B43"/>
          </p15:clr>
        </p15:guide>
        <p15:guide id="7" pos="7469">
          <p15:clr>
            <a:srgbClr val="F26B43"/>
          </p15:clr>
        </p15:guide>
        <p15:guide id="8" orient="horz" pos="572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799">
          <p15:clr>
            <a:srgbClr val="5ACBF0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A6A5-A12E-C4B6-CD7F-C388BFD7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A6BA0EA-7893-6403-8B38-B7F1CA2AE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32" y="1263898"/>
            <a:ext cx="7085303" cy="1685133"/>
          </a:xfrm>
        </p:spPr>
        <p:txBody>
          <a:bodyPr/>
          <a:lstStyle/>
          <a:p>
            <a:r>
              <a:rPr lang="ru-RU" dirty="0"/>
              <a:t>Системы резервного копирования и аварийного восстановления. Методика сравнения и выбора оборудования под задачи заказчика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04F9B34-6B03-929D-0EFF-DA924BF48A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9232" y="3908970"/>
            <a:ext cx="5398164" cy="553998"/>
          </a:xfrm>
        </p:spPr>
        <p:txBody>
          <a:bodyPr/>
          <a:lstStyle/>
          <a:p>
            <a:r>
              <a:rPr lang="ru-RU" dirty="0"/>
              <a:t>26 декабря 2025</a:t>
            </a:r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6A5EF-AFC8-1C93-71BC-C21EBA5EDC33}"/>
              </a:ext>
            </a:extLst>
          </p:cNvPr>
          <p:cNvSpPr txBox="1"/>
          <p:nvPr/>
        </p:nvSpPr>
        <p:spPr bwMode="auto">
          <a:xfrm>
            <a:off x="2399232" y="6154057"/>
            <a:ext cx="39402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200" dirty="0"/>
              <a:t>Докладчик: Деревянных Владимир</a:t>
            </a:r>
          </a:p>
          <a:p>
            <a:pPr>
              <a:buClr>
                <a:schemeClr val="accent5"/>
              </a:buClr>
            </a:pPr>
            <a:r>
              <a:rPr lang="ru-RU" sz="1200" dirty="0"/>
              <a:t>Научный руководитель: Павлова Екатерина Сергеевна</a:t>
            </a:r>
          </a:p>
        </p:txBody>
      </p:sp>
    </p:spTree>
    <p:extLst>
      <p:ext uri="{BB962C8B-B14F-4D97-AF65-F5344CB8AC3E}">
        <p14:creationId xmlns:p14="http://schemas.microsoft.com/office/powerpoint/2010/main" val="305229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AD179EC4-5458-421C-BF7A-10420C8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110" y="1520244"/>
            <a:ext cx="6431228" cy="381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01F78-0810-07C1-7182-B30EE631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B8DF48-5D4B-16A4-1030-0D31AEEB6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Резервное копирование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71FAF1-7B4E-7291-E45B-9E6F700B6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662" y="1268412"/>
            <a:ext cx="5573272" cy="5057775"/>
          </a:xfrm>
        </p:spPr>
        <p:txBody>
          <a:bodyPr/>
          <a:lstStyle/>
          <a:p>
            <a:r>
              <a:rPr lang="ru-RU" sz="2000" dirty="0"/>
              <a:t>Резервное копирование, бэкап — процедура или операция создания копии данных, размещённой отдельно от оригинала, обычно на отдельных носителях информации.</a:t>
            </a:r>
          </a:p>
          <a:p>
            <a:endParaRPr lang="ru-RU" sz="2000" dirty="0"/>
          </a:p>
          <a:p>
            <a:r>
              <a:rPr lang="ru-RU" sz="2000" dirty="0"/>
              <a:t>Уровень резервного копирования: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приложение: бэкап, создаваемый средствами ППО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файловая система: РК рабочих мест пользователей, РК файловых серверов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 том / корзина (</a:t>
            </a:r>
            <a:r>
              <a:rPr lang="en-US" sz="2000" dirty="0"/>
              <a:t>S3)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Типы бэкапов: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Полные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Дифференциальные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Инкрементальные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3031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9C96-0451-5AA7-2A95-6DDC7137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5DF3E-1131-3928-3D7C-33D184B9C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DB542B-A7D2-0B85-269B-7A7F96BC7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Аварийное восстановление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908605-2965-A724-2819-52D324E95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662" y="1268412"/>
            <a:ext cx="5573272" cy="5057775"/>
          </a:xfrm>
        </p:spPr>
        <p:txBody>
          <a:bodyPr/>
          <a:lstStyle/>
          <a:p>
            <a:r>
              <a:rPr lang="ru-RU" sz="2000" dirty="0"/>
              <a:t>Аварийное восстановление </a:t>
            </a:r>
            <a:r>
              <a:rPr lang="en-US" sz="2000" dirty="0"/>
              <a:t>IT-</a:t>
            </a:r>
            <a:r>
              <a:rPr lang="ru-RU" sz="2000" dirty="0"/>
              <a:t>инфраструктуры — это комплекс технических и организационных мероприятий, направленных на быстрое возобновление работы критически важных IT-сервисов и систем после сбоя или катастрофы.</a:t>
            </a:r>
          </a:p>
          <a:p>
            <a:endParaRPr lang="ru-RU" sz="2000" dirty="0"/>
          </a:p>
          <a:p>
            <a:r>
              <a:rPr lang="ru-RU" sz="2000" dirty="0"/>
              <a:t>Основная задача DR — минимизировать время простоя и ущерб от потери данных, чтобы бизнес мог продолжить свою деятельность.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E7B19D5-6B96-682E-DEEB-2A2EBB163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068" y="1016447"/>
            <a:ext cx="5373890" cy="537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93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BC369-07D9-A1D4-42CF-8DF9B4D8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85C3ED-9C16-EC60-2FA3-C8AB83E79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47" y="4180433"/>
            <a:ext cx="6943753" cy="1574807"/>
          </a:xfrm>
          <a:prstGeom prst="rect">
            <a:avLst/>
          </a:prstGeom>
        </p:spPr>
      </p:pic>
      <p:pic>
        <p:nvPicPr>
          <p:cNvPr id="2050" name="Picture 2" descr="Ключевые метрики RTO и RPO">
            <a:extLst>
              <a:ext uri="{FF2B5EF4-FFF2-40B4-BE49-F238E27FC236}">
                <a16:creationId xmlns:a16="http://schemas.microsoft.com/office/drawing/2014/main" id="{BCEFCAC9-472F-B1C8-EF43-4D594CAE1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661" y="1440363"/>
            <a:ext cx="6710339" cy="198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21D67-0871-E4AD-9054-CF1DB792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BE6309-7910-A06D-2776-B166DB8D7F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RPO. RTO.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31612B-F720-90A0-6756-B6A47C94F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662" y="1268412"/>
            <a:ext cx="5573272" cy="5057775"/>
          </a:xfrm>
        </p:spPr>
        <p:txBody>
          <a:bodyPr/>
          <a:lstStyle/>
          <a:p>
            <a:r>
              <a:rPr lang="ru-RU" sz="2000" dirty="0"/>
              <a:t>RPO — это целевая точка восстановления. Этот показатель определяет максимальный объем данных, который компания может безболезненно потерять, измеряемый в единицах времени.</a:t>
            </a:r>
          </a:p>
          <a:p>
            <a:endParaRPr lang="ru-RU" sz="2000" dirty="0"/>
          </a:p>
          <a:p>
            <a:r>
              <a:rPr lang="ru-RU" sz="2000" dirty="0"/>
              <a:t>RTO — это целевое время восстановления. Это максимальное время, за которое критически важные сервисы и приложения должны вернуться в рабочее состояние после объявления аварии.</a:t>
            </a:r>
          </a:p>
          <a:p>
            <a:endParaRPr lang="en-US" sz="2000" dirty="0"/>
          </a:p>
          <a:p>
            <a:r>
              <a:rPr lang="ru-RU" sz="2000" dirty="0"/>
              <a:t>Глубина резервного копирования — количество резервных копий, хранимых в системе и пригодных к восстановлению</a:t>
            </a:r>
          </a:p>
        </p:txBody>
      </p:sp>
    </p:spTree>
    <p:extLst>
      <p:ext uri="{BB962C8B-B14F-4D97-AF65-F5344CB8AC3E}">
        <p14:creationId xmlns:p14="http://schemas.microsoft.com/office/powerpoint/2010/main" val="403406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E5F3-D060-C3C8-B503-C3B9451F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9CA292B-3EB4-B64A-26A0-FDC189ED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492" y="0"/>
            <a:ext cx="4357208" cy="319581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5B26F2-3437-0A99-64B2-CDBDB9B5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729" y="3013224"/>
            <a:ext cx="9473310" cy="331296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E3EC-A7BA-CC1C-A95F-8FC161531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Типы систем и решений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F24CEC-8BD4-EF2D-F04B-D1CC57079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62" y="908725"/>
            <a:ext cx="10398685" cy="215444"/>
          </a:xfrm>
        </p:spPr>
        <p:txBody>
          <a:bodyPr/>
          <a:lstStyle/>
          <a:p>
            <a:r>
              <a:rPr lang="ru-RU" dirty="0"/>
              <a:t>Обзор архитектурных подходов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23DAAD-EC7F-34CB-13B6-6ACD29E50D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662" y="1268412"/>
            <a:ext cx="5573272" cy="5057775"/>
          </a:xfrm>
        </p:spPr>
        <p:txBody>
          <a:bodyPr/>
          <a:lstStyle/>
          <a:p>
            <a:r>
              <a:rPr lang="ru-RU" sz="2000" dirty="0"/>
              <a:t>По модели развертывания и потребления: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СХД классической архитектуры (</a:t>
            </a:r>
            <a:r>
              <a:rPr lang="en-US" sz="2000" dirty="0"/>
              <a:t>On-Premise)</a:t>
            </a:r>
            <a:endParaRPr lang="ru-RU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Резервная РСХД (</a:t>
            </a:r>
            <a:r>
              <a:rPr lang="en-US" sz="2000" dirty="0"/>
              <a:t>On-Premise)</a:t>
            </a:r>
            <a:endParaRPr lang="ru-RU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Резервное копирование как сервис (BaaS — </a:t>
            </a:r>
            <a:r>
              <a:rPr lang="ru-RU" sz="2000" dirty="0" err="1"/>
              <a:t>Backup</a:t>
            </a:r>
            <a:r>
              <a:rPr lang="ru-RU" sz="2000" dirty="0"/>
              <a:t>-</a:t>
            </a:r>
            <a:r>
              <a:rPr lang="ru-RU" sz="2000" dirty="0" err="1"/>
              <a:t>as</a:t>
            </a:r>
            <a:r>
              <a:rPr lang="ru-RU" sz="2000" dirty="0"/>
              <a:t>-a-Service)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Аварийное восстановление как сервис (</a:t>
            </a:r>
            <a:r>
              <a:rPr lang="en-US" sz="2000" dirty="0" err="1"/>
              <a:t>DRaaS</a:t>
            </a:r>
            <a:r>
              <a:rPr lang="en-US" sz="2000" dirty="0"/>
              <a:t> — Disaster-Recovery-as-a-Service)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Репликация и Резервное копирование не одно и то же.</a:t>
            </a:r>
          </a:p>
          <a:p>
            <a:br>
              <a:rPr lang="ru-RU" dirty="0"/>
            </a:b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63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553B-F344-573E-CB28-7A759E1C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4B5EF-D6F0-8385-943C-031B3130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Требования заказчика как основа выбора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C0FD18-C945-DE0A-0F18-56F744301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Что учитывает заказчик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36E79E-37A0-C8DA-A98C-0C6002764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2" y="1268413"/>
            <a:ext cx="5559985" cy="505777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Объем и рост данных</a:t>
            </a:r>
          </a:p>
          <a:p>
            <a:pPr marL="601200" lvl="1" indent="-457200">
              <a:buFont typeface="+mj-lt"/>
              <a:buAutoNum type="arabicPeriod"/>
            </a:pPr>
            <a:r>
              <a:rPr lang="ru-RU" sz="2000" dirty="0"/>
              <a:t>Линейный</a:t>
            </a:r>
          </a:p>
          <a:p>
            <a:pPr marL="601200" lvl="1" indent="-457200">
              <a:buFont typeface="+mj-lt"/>
              <a:buAutoNum type="arabicPeriod"/>
            </a:pPr>
            <a:r>
              <a:rPr lang="ru-RU" sz="2000" dirty="0"/>
              <a:t>Экспоненциальный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Критичность сервисов</a:t>
            </a:r>
          </a:p>
          <a:p>
            <a:pPr marL="601200" lvl="1" indent="-457200">
              <a:buFont typeface="+mj-lt"/>
              <a:buAutoNum type="arabicPeriod"/>
            </a:pPr>
            <a:r>
              <a:rPr lang="en-US" sz="2000" dirty="0"/>
              <a:t>Mission Critical</a:t>
            </a:r>
            <a:endParaRPr lang="ru-RU" sz="2000" dirty="0"/>
          </a:p>
          <a:p>
            <a:pPr marL="601200" lvl="1" indent="-457200">
              <a:buFont typeface="+mj-lt"/>
              <a:buAutoNum type="arabicPeriod"/>
            </a:pPr>
            <a:r>
              <a:rPr lang="en-US" sz="2000" dirty="0"/>
              <a:t>Business Critical</a:t>
            </a:r>
            <a:endParaRPr lang="ru-RU" sz="2000" dirty="0"/>
          </a:p>
          <a:p>
            <a:pPr marL="601200" lvl="1" indent="-457200">
              <a:buFont typeface="+mj-lt"/>
              <a:buAutoNum type="arabicPeriod"/>
            </a:pPr>
            <a:r>
              <a:rPr lang="en-US" sz="2000" dirty="0"/>
              <a:t>Business Operative</a:t>
            </a:r>
            <a:endParaRPr lang="ru-RU" sz="2000" dirty="0"/>
          </a:p>
          <a:p>
            <a:pPr marL="601200" lvl="1" indent="-457200">
              <a:buFont typeface="+mj-lt"/>
              <a:buAutoNum type="arabicPeriod"/>
            </a:pPr>
            <a:r>
              <a:rPr lang="en-US" sz="2000" dirty="0"/>
              <a:t>Administrative</a:t>
            </a:r>
            <a:endParaRPr lang="ru-RU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Допустимое время простоя (</a:t>
            </a:r>
            <a:r>
              <a:rPr lang="en-US" sz="2000" dirty="0"/>
              <a:t>RTO (c.)</a:t>
            </a:r>
            <a:r>
              <a:rPr lang="ru-RU" sz="2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Допустимая потеря данных</a:t>
            </a:r>
            <a:r>
              <a:rPr lang="en-US" sz="2000" dirty="0"/>
              <a:t> </a:t>
            </a:r>
            <a:r>
              <a:rPr lang="ru-RU" sz="2000" dirty="0"/>
              <a:t>(</a:t>
            </a:r>
            <a:r>
              <a:rPr lang="en-US" sz="2000" dirty="0"/>
              <a:t>RTO (c.)</a:t>
            </a:r>
            <a:r>
              <a:rPr lang="ru-RU" sz="2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Бюджет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Требования к безопасности</a:t>
            </a:r>
            <a:endParaRPr lang="en-U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2000" dirty="0"/>
              <a:t>Квалификация специалистов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23A533-F080-5108-49F4-7BE1CEFD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048" y="531812"/>
            <a:ext cx="6911002" cy="35216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8033C5-09A2-C425-1055-094187BC2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162" y="4052985"/>
            <a:ext cx="5684773" cy="280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7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D315-12A5-BE7E-53DC-A3C0FAB7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83ADB-9113-CCD0-8A5E-13B325E8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Требования заказчика как основа выбора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AB10D2-483D-6D03-0F4A-26B883408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62" y="908725"/>
            <a:ext cx="10398685" cy="215444"/>
          </a:xfrm>
        </p:spPr>
        <p:txBody>
          <a:bodyPr/>
          <a:lstStyle/>
          <a:p>
            <a:r>
              <a:rPr lang="ru-RU" dirty="0"/>
              <a:t>Критичность сервисов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4D01E5-D3F1-695E-6401-DD6053891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5181195"/>
            <a:ext cx="11706458" cy="1144993"/>
          </a:xfrm>
          <a:prstGeom prst="rect">
            <a:avLst/>
          </a:prstGeo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4C7AA57-0576-C13D-292B-1DE962D32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822470"/>
              </p:ext>
            </p:extLst>
          </p:nvPr>
        </p:nvGraphicFramePr>
        <p:xfrm>
          <a:off x="2208000" y="1483744"/>
          <a:ext cx="7776000" cy="34442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153158708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14069187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21859132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315076784"/>
                    </a:ext>
                  </a:extLst>
                </a:gridCol>
              </a:tblGrid>
              <a:tr h="42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Уровень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Назначение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Влияние при недоступности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Целевой аптайм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968969"/>
                  </a:ext>
                </a:extLst>
              </a:tr>
              <a:tr h="6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Mission 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Ключевые сервисы, генерация прибыли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Критическое влияние на бизнес и репутацию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&gt; 99,99%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902556"/>
                  </a:ext>
                </a:extLst>
              </a:tr>
              <a:tr h="420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Business 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Поддержка основных бизнес-процессов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Серьезные сбои в работе подразделений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99,9%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829578"/>
                  </a:ext>
                </a:extLst>
              </a:tr>
              <a:tr h="6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Operative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Операционные внутренние сервисы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Снижение эффективности работы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28132"/>
                  </a:ext>
                </a:extLst>
              </a:tr>
              <a:tr h="6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Administrative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Вспомогательные и административные 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Минимальное влияние на деятельность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0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86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E15C-1224-DE3D-F7AF-FEF44C1F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60ED396-F731-3E77-1E24-175A2CAF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32" y="1263898"/>
            <a:ext cx="7085303" cy="1685133"/>
          </a:xfrm>
        </p:spPr>
        <p:txBody>
          <a:bodyPr/>
          <a:lstStyle/>
          <a:p>
            <a:r>
              <a:rPr lang="ru-RU" dirty="0"/>
              <a:t>Системы резервного копирования и аварийного восстановления. Методика сравнения и выбора оборудования под задачи заказчика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91983895-6D89-2C36-332F-FE7F226627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9232" y="3908970"/>
            <a:ext cx="5398164" cy="553998"/>
          </a:xfrm>
        </p:spPr>
        <p:txBody>
          <a:bodyPr/>
          <a:lstStyle/>
          <a:p>
            <a:r>
              <a:rPr lang="ru-RU" dirty="0"/>
              <a:t>26 декабря 2025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6958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indent="0" algn="l" defTabSz="914400">
          <a:buClr>
            <a:schemeClr val="accent5"/>
          </a:buClr>
          <a:buFontTx/>
          <a:buNone/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C499AD0-37E7-4D73-882D-85DFFB0C3C23}" vid="{D7DDE6F1-CC3D-4551-813D-6570B9542B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18938</TotalTime>
  <Words>394</Words>
  <Application>Microsoft Office PowerPoint</Application>
  <PresentationFormat>Широкоэкранный</PresentationFormat>
  <Paragraphs>79</Paragraphs>
  <Slides>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Wingdings</vt:lpstr>
      <vt:lpstr>1_Theme1</vt:lpstr>
      <vt:lpstr>Слайд think-cell</vt:lpstr>
      <vt:lpstr>Системы резервного копирования и аварийного восстановления. Методика сравнения и выбора оборудования под задачи заказчика</vt:lpstr>
      <vt:lpstr>Основные понятия</vt:lpstr>
      <vt:lpstr>Основные понятия</vt:lpstr>
      <vt:lpstr>Основные понятия</vt:lpstr>
      <vt:lpstr>Типы систем и решений</vt:lpstr>
      <vt:lpstr>Требования заказчика как основа выбора</vt:lpstr>
      <vt:lpstr>Требования заказчика как основа выбора</vt:lpstr>
      <vt:lpstr>Системы резервного копирования и аварийного восстановления. Методика сравнения и выбора оборудования под задачи заказчика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V Derev</cp:lastModifiedBy>
  <cp:revision>920</cp:revision>
  <dcterms:created xsi:type="dcterms:W3CDTF">2021-05-24T15:42:45Z</dcterms:created>
  <dcterms:modified xsi:type="dcterms:W3CDTF">2026-05-25T13:32:48Z</dcterms:modified>
</cp:coreProperties>
</file>